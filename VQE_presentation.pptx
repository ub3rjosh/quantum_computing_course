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8" r:id="rId2"/>
  </p:sldMasterIdLst>
  <p:notesMasterIdLst>
    <p:notesMasterId r:id="rId22"/>
  </p:notesMasterIdLst>
  <p:sldIdLst>
    <p:sldId id="256" r:id="rId3"/>
    <p:sldId id="296" r:id="rId4"/>
    <p:sldId id="316" r:id="rId5"/>
    <p:sldId id="320" r:id="rId6"/>
    <p:sldId id="321" r:id="rId7"/>
    <p:sldId id="317" r:id="rId8"/>
    <p:sldId id="327" r:id="rId9"/>
    <p:sldId id="325" r:id="rId10"/>
    <p:sldId id="326" r:id="rId11"/>
    <p:sldId id="328" r:id="rId12"/>
    <p:sldId id="329" r:id="rId13"/>
    <p:sldId id="330" r:id="rId14"/>
    <p:sldId id="319" r:id="rId15"/>
    <p:sldId id="318" r:id="rId16"/>
    <p:sldId id="315" r:id="rId17"/>
    <p:sldId id="313" r:id="rId18"/>
    <p:sldId id="324" r:id="rId19"/>
    <p:sldId id="323" r:id="rId20"/>
    <p:sldId id="331" r:id="rId21"/>
  </p:sldIdLst>
  <p:sldSz cx="12192000" cy="6858000"/>
  <p:notesSz cx="6858000" cy="9144000"/>
  <p:embeddedFontLst>
    <p:embeddedFont>
      <p:font typeface="Andale Mono" panose="020B0509000000000004" pitchFamily="49" charset="0"/>
      <p:regular r:id="rId23"/>
    </p:embeddedFont>
    <p:embeddedFont>
      <p:font typeface="Cambria Math" panose="02040503050406030204" pitchFamily="18" charset="0"/>
      <p:regular r:id="rId24"/>
    </p:embeddedFont>
    <p:embeddedFont>
      <p:font typeface="Proxima Nova" panose="02000506030000020004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hKbBCgOtc8om0bQnUZ0otGJWZqd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D7829F-023F-292E-5B29-A09662ECFD76}" name="Joshua M Maldonado" initials="JMM" userId="Joshua M Maldonad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000000"/>
    <a:srgbClr val="FFFFFF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36C6CB-0FCD-9C42-A05C-9BD5FB002924}" v="2137" dt="2026-04-23T14:43:35.7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50"/>
    <p:restoredTop sz="82657"/>
  </p:normalViewPr>
  <p:slideViewPr>
    <p:cSldViewPr snapToGrid="0">
      <p:cViewPr>
        <p:scale>
          <a:sx n="120" d="100"/>
          <a:sy n="120" d="100"/>
        </p:scale>
        <p:origin x="64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46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43" Type="http://schemas.openxmlformats.org/officeDocument/2006/relationships/viewProps" Target="viewProps.xml"/><Relationship Id="rId48" Type="http://schemas.microsoft.com/office/2018/10/relationships/authors" Target="author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donado, Joshua" userId="4bb3794f-a02d-4bad-b3bc-505ec7f4a1ee" providerId="ADAL" clId="{1F1FF1F2-4A23-5359-9927-0CF831992786}"/>
    <pc:docChg chg="undo custSel addSld delSld modSld sldOrd">
      <pc:chgData name="Maldonado, Joshua" userId="4bb3794f-a02d-4bad-b3bc-505ec7f4a1ee" providerId="ADAL" clId="{1F1FF1F2-4A23-5359-9927-0CF831992786}" dt="2026-04-23T14:46:46.740" v="12034" actId="20577"/>
      <pc:docMkLst>
        <pc:docMk/>
      </pc:docMkLst>
      <pc:sldChg chg="modSp mod">
        <pc:chgData name="Maldonado, Joshua" userId="4bb3794f-a02d-4bad-b3bc-505ec7f4a1ee" providerId="ADAL" clId="{1F1FF1F2-4A23-5359-9927-0CF831992786}" dt="2026-04-21T14:49:06.044" v="753" actId="20577"/>
        <pc:sldMkLst>
          <pc:docMk/>
          <pc:sldMk cId="0" sldId="256"/>
        </pc:sldMkLst>
        <pc:spChg chg="mod">
          <ac:chgData name="Maldonado, Joshua" userId="4bb3794f-a02d-4bad-b3bc-505ec7f4a1ee" providerId="ADAL" clId="{1F1FF1F2-4A23-5359-9927-0CF831992786}" dt="2026-04-21T14:49:06.044" v="753" actId="20577"/>
          <ac:spMkLst>
            <pc:docMk/>
            <pc:sldMk cId="0" sldId="256"/>
            <ac:spMk id="113" creationId="{00000000-0000-0000-0000-000000000000}"/>
          </ac:spMkLst>
        </pc:spChg>
        <pc:spChg chg="mod">
          <ac:chgData name="Maldonado, Joshua" userId="4bb3794f-a02d-4bad-b3bc-505ec7f4a1ee" providerId="ADAL" clId="{1F1FF1F2-4A23-5359-9927-0CF831992786}" dt="2026-04-19T21:17:03.988" v="85" actId="20577"/>
          <ac:spMkLst>
            <pc:docMk/>
            <pc:sldMk cId="0" sldId="256"/>
            <ac:spMk id="114" creationId="{00000000-0000-0000-0000-000000000000}"/>
          </ac:spMkLst>
        </pc:spChg>
      </pc:sldChg>
      <pc:sldChg chg="addSp delSp modSp mod modCm">
        <pc:chgData name="Maldonado, Joshua" userId="4bb3794f-a02d-4bad-b3bc-505ec7f4a1ee" providerId="ADAL" clId="{1F1FF1F2-4A23-5359-9927-0CF831992786}" dt="2026-04-23T14:40:20.449" v="11889" actId="27636"/>
        <pc:sldMkLst>
          <pc:docMk/>
          <pc:sldMk cId="2429225407" sldId="296"/>
        </pc:sldMkLst>
        <pc:spChg chg="add del mod">
          <ac:chgData name="Maldonado, Joshua" userId="4bb3794f-a02d-4bad-b3bc-505ec7f4a1ee" providerId="ADAL" clId="{1F1FF1F2-4A23-5359-9927-0CF831992786}" dt="2026-04-23T02:36:12.382" v="7150"/>
          <ac:spMkLst>
            <pc:docMk/>
            <pc:sldMk cId="2429225407" sldId="296"/>
            <ac:spMk id="2" creationId="{690E1126-CA54-BB3E-A92C-A99A55BB9E6C}"/>
          </ac:spMkLst>
        </pc:spChg>
        <pc:spChg chg="add mod">
          <ac:chgData name="Maldonado, Joshua" userId="4bb3794f-a02d-4bad-b3bc-505ec7f4a1ee" providerId="ADAL" clId="{1F1FF1F2-4A23-5359-9927-0CF831992786}" dt="2026-04-19T21:17:11.157" v="88"/>
          <ac:spMkLst>
            <pc:docMk/>
            <pc:sldMk cId="2429225407" sldId="296"/>
            <ac:spMk id="3" creationId="{307A6B6B-10EE-C7C7-3644-EA7D29F83721}"/>
          </ac:spMkLst>
        </pc:spChg>
        <pc:spChg chg="mod">
          <ac:chgData name="Maldonado, Joshua" userId="4bb3794f-a02d-4bad-b3bc-505ec7f4a1ee" providerId="ADAL" clId="{1F1FF1F2-4A23-5359-9927-0CF831992786}" dt="2026-04-23T13:45:59.400" v="11701" actId="20577"/>
          <ac:spMkLst>
            <pc:docMk/>
            <pc:sldMk cId="2429225407" sldId="296"/>
            <ac:spMk id="8" creationId="{EB35AAF7-C802-A05D-7A46-86516E3E7A64}"/>
          </ac:spMkLst>
        </pc:spChg>
        <pc:spChg chg="mod">
          <ac:chgData name="Maldonado, Joshua" userId="4bb3794f-a02d-4bad-b3bc-505ec7f4a1ee" providerId="ADAL" clId="{1F1FF1F2-4A23-5359-9927-0CF831992786}" dt="2026-04-23T13:45:59.400" v="11701" actId="20577"/>
          <ac:spMkLst>
            <pc:docMk/>
            <pc:sldMk cId="2429225407" sldId="296"/>
            <ac:spMk id="10" creationId="{A310A77B-E7E7-7F00-9EF7-4A9E9C679334}"/>
          </ac:spMkLst>
        </pc:spChg>
        <pc:spChg chg="mod">
          <ac:chgData name="Maldonado, Joshua" userId="4bb3794f-a02d-4bad-b3bc-505ec7f4a1ee" providerId="ADAL" clId="{1F1FF1F2-4A23-5359-9927-0CF831992786}" dt="2026-04-23T13:45:59.563" v="11702" actId="478"/>
          <ac:spMkLst>
            <pc:docMk/>
            <pc:sldMk cId="2429225407" sldId="296"/>
            <ac:spMk id="12" creationId="{DD4C6DFF-6118-C5F2-4A68-B3FD821A2959}"/>
          </ac:spMkLst>
        </pc:spChg>
        <pc:spChg chg="mod">
          <ac:chgData name="Maldonado, Joshua" userId="4bb3794f-a02d-4bad-b3bc-505ec7f4a1ee" providerId="ADAL" clId="{1F1FF1F2-4A23-5359-9927-0CF831992786}" dt="2026-04-23T14:40:20.449" v="11889" actId="27636"/>
          <ac:spMkLst>
            <pc:docMk/>
            <pc:sldMk cId="2429225407" sldId="296"/>
            <ac:spMk id="121" creationId="{A91CC342-D34F-AFE3-90D9-5A2A5EC6B9F9}"/>
          </ac:spMkLst>
        </pc:spChg>
        <pc:grpChg chg="add del mod">
          <ac:chgData name="Maldonado, Joshua" userId="4bb3794f-a02d-4bad-b3bc-505ec7f4a1ee" providerId="ADAL" clId="{1F1FF1F2-4A23-5359-9927-0CF831992786}" dt="2026-04-23T13:46:00.610" v="11705" actId="1076"/>
          <ac:grpSpMkLst>
            <pc:docMk/>
            <pc:sldMk cId="2429225407" sldId="296"/>
            <ac:grpSpMk id="5" creationId="{9D425C6C-9CAD-B55C-BC64-D0D3E47A10F2}"/>
          </ac:grpSpMkLst>
        </pc:grpChg>
        <pc:grpChg chg="add del mod">
          <ac:chgData name="Maldonado, Joshua" userId="4bb3794f-a02d-4bad-b3bc-505ec7f4a1ee" providerId="ADAL" clId="{1F1FF1F2-4A23-5359-9927-0CF831992786}" dt="2026-04-23T13:45:59.563" v="11702" actId="478"/>
          <ac:grpSpMkLst>
            <pc:docMk/>
            <pc:sldMk cId="2429225407" sldId="296"/>
            <ac:grpSpMk id="6" creationId="{BCDA4992-9573-5D66-C387-464C21D26173}"/>
          </ac:grpSpMkLst>
        </pc:grpChg>
        <pc:picChg chg="add mod">
          <ac:chgData name="Maldonado, Joshua" userId="4bb3794f-a02d-4bad-b3bc-505ec7f4a1ee" providerId="ADAL" clId="{1F1FF1F2-4A23-5359-9927-0CF831992786}" dt="2026-04-23T13:46:01.668" v="11706" actId="1076"/>
          <ac:picMkLst>
            <pc:docMk/>
            <pc:sldMk cId="2429225407" sldId="296"/>
            <ac:picMk id="4" creationId="{C155C78A-E421-93AA-F321-95E76D4094E2}"/>
          </ac:picMkLst>
        </pc:picChg>
        <pc:picChg chg="add del mod">
          <ac:chgData name="Maldonado, Joshua" userId="4bb3794f-a02d-4bad-b3bc-505ec7f4a1ee" providerId="ADAL" clId="{1F1FF1F2-4A23-5359-9927-0CF831992786}" dt="2026-04-23T13:45:59.563" v="11702" actId="478"/>
          <ac:picMkLst>
            <pc:docMk/>
            <pc:sldMk cId="2429225407" sldId="296"/>
            <ac:picMk id="11" creationId="{00320DEC-9340-32CD-EF19-0EF5CEA130CB}"/>
          </ac:picMkLst>
        </pc:picChg>
        <pc:cxnChg chg="mod">
          <ac:chgData name="Maldonado, Joshua" userId="4bb3794f-a02d-4bad-b3bc-505ec7f4a1ee" providerId="ADAL" clId="{1F1FF1F2-4A23-5359-9927-0CF831992786}" dt="2026-04-23T13:45:59.400" v="11701" actId="20577"/>
          <ac:cxnSpMkLst>
            <pc:docMk/>
            <pc:sldMk cId="2429225407" sldId="296"/>
            <ac:cxnSpMk id="7" creationId="{EAB10D56-8A28-CFE2-7DCE-F3CCE0C008A0}"/>
          </ac:cxnSpMkLst>
        </pc:cxnChg>
        <pc:cxnChg chg="mod">
          <ac:chgData name="Maldonado, Joshua" userId="4bb3794f-a02d-4bad-b3bc-505ec7f4a1ee" providerId="ADAL" clId="{1F1FF1F2-4A23-5359-9927-0CF831992786}" dt="2026-04-23T13:45:59.400" v="11701" actId="20577"/>
          <ac:cxnSpMkLst>
            <pc:docMk/>
            <pc:sldMk cId="2429225407" sldId="296"/>
            <ac:cxnSpMk id="9" creationId="{B3E56D30-7559-2827-5FDF-8145E1E689F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ldonado, Joshua" userId="4bb3794f-a02d-4bad-b3bc-505ec7f4a1ee" providerId="ADAL" clId="{1F1FF1F2-4A23-5359-9927-0CF831992786}" dt="2026-04-22T13:27:57.622" v="3165" actId="20577"/>
              <pc2:cmMkLst xmlns:pc2="http://schemas.microsoft.com/office/powerpoint/2019/9/main/command">
                <pc:docMk/>
                <pc:sldMk cId="2429225407" sldId="296"/>
                <pc2:cmMk id="{915A9944-9C0D-874F-B65E-1FE791FC4F0D}"/>
              </pc2:cmMkLst>
            </pc226:cmChg>
            <pc226:cmChg xmlns:pc226="http://schemas.microsoft.com/office/powerpoint/2022/06/main/command" chg="mod">
              <pc226:chgData name="Maldonado, Joshua" userId="4bb3794f-a02d-4bad-b3bc-505ec7f4a1ee" providerId="ADAL" clId="{1F1FF1F2-4A23-5359-9927-0CF831992786}" dt="2026-04-22T16:43:56.886" v="6029" actId="20577"/>
              <pc2:cmMkLst xmlns:pc2="http://schemas.microsoft.com/office/powerpoint/2019/9/main/command">
                <pc:docMk/>
                <pc:sldMk cId="2429225407" sldId="296"/>
                <pc2:cmMk id="{9B9BC251-3C86-2C45-A656-1D8ACDAFEFE6}"/>
              </pc2:cmMkLst>
            </pc226:cmChg>
          </p:ext>
        </pc:extLst>
      </pc:sldChg>
      <pc:sldChg chg="addSp delSp modSp add mod">
        <pc:chgData name="Maldonado, Joshua" userId="4bb3794f-a02d-4bad-b3bc-505ec7f4a1ee" providerId="ADAL" clId="{1F1FF1F2-4A23-5359-9927-0CF831992786}" dt="2026-04-23T13:07:54.682" v="10112" actId="20577"/>
        <pc:sldMkLst>
          <pc:docMk/>
          <pc:sldMk cId="2099478522" sldId="315"/>
        </pc:sldMkLst>
        <pc:spChg chg="mod">
          <ac:chgData name="Maldonado, Joshua" userId="4bb3794f-a02d-4bad-b3bc-505ec7f4a1ee" providerId="ADAL" clId="{1F1FF1F2-4A23-5359-9927-0CF831992786}" dt="2026-04-23T03:24:58.908" v="7478"/>
          <ac:spMkLst>
            <pc:docMk/>
            <pc:sldMk cId="2099478522" sldId="315"/>
            <ac:spMk id="121" creationId="{939A3A18-E721-E380-A9C0-ED7B36CA0814}"/>
          </ac:spMkLst>
        </pc:spChg>
        <pc:spChg chg="mod">
          <ac:chgData name="Maldonado, Joshua" userId="4bb3794f-a02d-4bad-b3bc-505ec7f4a1ee" providerId="ADAL" clId="{1F1FF1F2-4A23-5359-9927-0CF831992786}" dt="2026-04-19T21:23:41.765" v="498" actId="20577"/>
          <ac:spMkLst>
            <pc:docMk/>
            <pc:sldMk cId="2099478522" sldId="315"/>
            <ac:spMk id="122" creationId="{4C21DA66-55E2-9FC5-5825-8C3C61D44A75}"/>
          </ac:spMkLst>
        </pc:spChg>
        <pc:spChg chg="mod">
          <ac:chgData name="Maldonado, Joshua" userId="4bb3794f-a02d-4bad-b3bc-505ec7f4a1ee" providerId="ADAL" clId="{1F1FF1F2-4A23-5359-9927-0CF831992786}" dt="2026-04-23T13:07:54.682" v="10112" actId="20577"/>
          <ac:spMkLst>
            <pc:docMk/>
            <pc:sldMk cId="2099478522" sldId="315"/>
            <ac:spMk id="123" creationId="{E4CAA60C-B19B-1712-58FA-D16AD66F1BE0}"/>
          </ac:spMkLst>
        </pc:spChg>
      </pc:sldChg>
      <pc:sldChg chg="addSp delSp modSp add mod modNotesTx">
        <pc:chgData name="Maldonado, Joshua" userId="4bb3794f-a02d-4bad-b3bc-505ec7f4a1ee" providerId="ADAL" clId="{1F1FF1F2-4A23-5359-9927-0CF831992786}" dt="2026-04-22T13:29:54.765" v="3201" actId="20577"/>
        <pc:sldMkLst>
          <pc:docMk/>
          <pc:sldMk cId="1195787484" sldId="316"/>
        </pc:sldMkLst>
        <pc:spChg chg="mod">
          <ac:chgData name="Maldonado, Joshua" userId="4bb3794f-a02d-4bad-b3bc-505ec7f4a1ee" providerId="ADAL" clId="{1F1FF1F2-4A23-5359-9927-0CF831992786}" dt="2026-04-22T13:29:54.765" v="3201" actId="20577"/>
          <ac:spMkLst>
            <pc:docMk/>
            <pc:sldMk cId="1195787484" sldId="316"/>
            <ac:spMk id="121" creationId="{8294B604-0067-295E-D76B-0BDFD3F76518}"/>
          </ac:spMkLst>
        </pc:spChg>
        <pc:spChg chg="mod">
          <ac:chgData name="Maldonado, Joshua" userId="4bb3794f-a02d-4bad-b3bc-505ec7f4a1ee" providerId="ADAL" clId="{1F1FF1F2-4A23-5359-9927-0CF831992786}" dt="2026-04-22T13:27:54.779" v="3163" actId="20577"/>
          <ac:spMkLst>
            <pc:docMk/>
            <pc:sldMk cId="1195787484" sldId="316"/>
            <ac:spMk id="122" creationId="{B6C501A2-C98F-7075-7598-CD30994510B3}"/>
          </ac:spMkLst>
        </pc:spChg>
        <pc:picChg chg="add del mod">
          <ac:chgData name="Maldonado, Joshua" userId="4bb3794f-a02d-4bad-b3bc-505ec7f4a1ee" providerId="ADAL" clId="{1F1FF1F2-4A23-5359-9927-0CF831992786}" dt="2026-04-22T01:45:13.239" v="1246" actId="21"/>
          <ac:picMkLst>
            <pc:docMk/>
            <pc:sldMk cId="1195787484" sldId="316"/>
            <ac:picMk id="4" creationId="{F23AC4C6-13FC-55DE-D50B-28B864F43D27}"/>
          </ac:picMkLst>
        </pc:picChg>
      </pc:sldChg>
      <pc:sldChg chg="addSp delSp modSp add mod modNotesTx">
        <pc:chgData name="Maldonado, Joshua" userId="4bb3794f-a02d-4bad-b3bc-505ec7f4a1ee" providerId="ADAL" clId="{1F1FF1F2-4A23-5359-9927-0CF831992786}" dt="2026-04-23T14:41:46.630" v="11947" actId="20577"/>
        <pc:sldMkLst>
          <pc:docMk/>
          <pc:sldMk cId="2343021260" sldId="317"/>
        </pc:sldMkLst>
        <pc:spChg chg="add del mod">
          <ac:chgData name="Maldonado, Joshua" userId="4bb3794f-a02d-4bad-b3bc-505ec7f4a1ee" providerId="ADAL" clId="{1F1FF1F2-4A23-5359-9927-0CF831992786}" dt="2026-04-23T02:51:29.907" v="7374" actId="478"/>
          <ac:spMkLst>
            <pc:docMk/>
            <pc:sldMk cId="2343021260" sldId="317"/>
            <ac:spMk id="2" creationId="{EE15219E-DA55-4F3F-1333-5FF263ADCADC}"/>
          </ac:spMkLst>
        </pc:spChg>
        <pc:spChg chg="mod">
          <ac:chgData name="Maldonado, Joshua" userId="4bb3794f-a02d-4bad-b3bc-505ec7f4a1ee" providerId="ADAL" clId="{1F1FF1F2-4A23-5359-9927-0CF831992786}" dt="2026-04-23T14:03:45.193" v="11851" actId="20577"/>
          <ac:spMkLst>
            <pc:docMk/>
            <pc:sldMk cId="2343021260" sldId="317"/>
            <ac:spMk id="121" creationId="{7731507B-AE83-741B-A9FD-E8BD038E3FA6}"/>
          </ac:spMkLst>
        </pc:spChg>
        <pc:spChg chg="mod">
          <ac:chgData name="Maldonado, Joshua" userId="4bb3794f-a02d-4bad-b3bc-505ec7f4a1ee" providerId="ADAL" clId="{1F1FF1F2-4A23-5359-9927-0CF831992786}" dt="2026-04-23T13:53:49.368" v="11738" actId="255"/>
          <ac:spMkLst>
            <pc:docMk/>
            <pc:sldMk cId="2343021260" sldId="317"/>
            <ac:spMk id="122" creationId="{DE85F6C6-88C4-AD5C-7744-858494209A46}"/>
          </ac:spMkLst>
        </pc:spChg>
        <pc:spChg chg="mod">
          <ac:chgData name="Maldonado, Joshua" userId="4bb3794f-a02d-4bad-b3bc-505ec7f4a1ee" providerId="ADAL" clId="{1F1FF1F2-4A23-5359-9927-0CF831992786}" dt="2026-04-22T16:04:56.610" v="4286" actId="20577"/>
          <ac:spMkLst>
            <pc:docMk/>
            <pc:sldMk cId="2343021260" sldId="317"/>
            <ac:spMk id="123" creationId="{8F764032-5974-7F7E-F5A3-CC20BBAA07EF}"/>
          </ac:spMkLst>
        </pc:spChg>
      </pc:sldChg>
      <pc:sldChg chg="addSp delSp modSp add mod modNotesTx">
        <pc:chgData name="Maldonado, Joshua" userId="4bb3794f-a02d-4bad-b3bc-505ec7f4a1ee" providerId="ADAL" clId="{1F1FF1F2-4A23-5359-9927-0CF831992786}" dt="2026-04-23T14:46:46.740" v="12034" actId="20577"/>
        <pc:sldMkLst>
          <pc:docMk/>
          <pc:sldMk cId="2605604813" sldId="318"/>
        </pc:sldMkLst>
        <pc:spChg chg="add del mod">
          <ac:chgData name="Maldonado, Joshua" userId="4bb3794f-a02d-4bad-b3bc-505ec7f4a1ee" providerId="ADAL" clId="{1F1FF1F2-4A23-5359-9927-0CF831992786}" dt="2026-04-23T13:38:09.426" v="11260" actId="478"/>
          <ac:spMkLst>
            <pc:docMk/>
            <pc:sldMk cId="2605604813" sldId="318"/>
            <ac:spMk id="2" creationId="{6D1CEF28-85E7-7E68-D991-B31375F538E7}"/>
          </ac:spMkLst>
        </pc:spChg>
        <pc:spChg chg="add mod">
          <ac:chgData name="Maldonado, Joshua" userId="4bb3794f-a02d-4bad-b3bc-505ec7f4a1ee" providerId="ADAL" clId="{1F1FF1F2-4A23-5359-9927-0CF831992786}" dt="2026-04-23T14:46:46.740" v="12034" actId="20577"/>
          <ac:spMkLst>
            <pc:docMk/>
            <pc:sldMk cId="2605604813" sldId="318"/>
            <ac:spMk id="4" creationId="{F55D2935-F256-4ABF-AD15-2A62C28B1C48}"/>
          </ac:spMkLst>
        </pc:spChg>
        <pc:spChg chg="mod">
          <ac:chgData name="Maldonado, Joshua" userId="4bb3794f-a02d-4bad-b3bc-505ec7f4a1ee" providerId="ADAL" clId="{1F1FF1F2-4A23-5359-9927-0CF831992786}" dt="2026-04-23T14:46:13.241" v="12031" actId="20577"/>
          <ac:spMkLst>
            <pc:docMk/>
            <pc:sldMk cId="2605604813" sldId="318"/>
            <ac:spMk id="121" creationId="{40A8D1D3-FB64-A4F7-9B05-0E465E0385B7}"/>
          </ac:spMkLst>
        </pc:spChg>
        <pc:spChg chg="mod">
          <ac:chgData name="Maldonado, Joshua" userId="4bb3794f-a02d-4bad-b3bc-505ec7f4a1ee" providerId="ADAL" clId="{1F1FF1F2-4A23-5359-9927-0CF831992786}" dt="2026-04-21T14:52:37.523" v="882" actId="948"/>
          <ac:spMkLst>
            <pc:docMk/>
            <pc:sldMk cId="2605604813" sldId="318"/>
            <ac:spMk id="122" creationId="{24F3AB17-B521-6164-3A0A-E4A338F2D13E}"/>
          </ac:spMkLst>
        </pc:spChg>
        <pc:spChg chg="mod">
          <ac:chgData name="Maldonado, Joshua" userId="4bb3794f-a02d-4bad-b3bc-505ec7f4a1ee" providerId="ADAL" clId="{1F1FF1F2-4A23-5359-9927-0CF831992786}" dt="2026-04-23T13:07:48.793" v="10109" actId="20577"/>
          <ac:spMkLst>
            <pc:docMk/>
            <pc:sldMk cId="2605604813" sldId="318"/>
            <ac:spMk id="123" creationId="{835E1A99-A89F-5C37-17FA-BA5BB2EEB7BE}"/>
          </ac:spMkLst>
        </pc:spChg>
      </pc:sldChg>
      <pc:sldChg chg="addSp delSp modSp add mod ord">
        <pc:chgData name="Maldonado, Joshua" userId="4bb3794f-a02d-4bad-b3bc-505ec7f4a1ee" providerId="ADAL" clId="{1F1FF1F2-4A23-5359-9927-0CF831992786}" dt="2026-04-23T14:16:16.574" v="11887" actId="255"/>
        <pc:sldMkLst>
          <pc:docMk/>
          <pc:sldMk cId="941343079" sldId="319"/>
        </pc:sldMkLst>
        <pc:spChg chg="add mod">
          <ac:chgData name="Maldonado, Joshua" userId="4bb3794f-a02d-4bad-b3bc-505ec7f4a1ee" providerId="ADAL" clId="{1F1FF1F2-4A23-5359-9927-0CF831992786}" dt="2026-04-23T13:03:37.472" v="9903" actId="255"/>
          <ac:spMkLst>
            <pc:docMk/>
            <pc:sldMk cId="941343079" sldId="319"/>
            <ac:spMk id="2" creationId="{B33236E3-335C-F092-6123-2DC3D62723C9}"/>
          </ac:spMkLst>
        </pc:spChg>
        <pc:spChg chg="mod">
          <ac:chgData name="Maldonado, Joshua" userId="4bb3794f-a02d-4bad-b3bc-505ec7f4a1ee" providerId="ADAL" clId="{1F1FF1F2-4A23-5359-9927-0CF831992786}" dt="2026-04-23T14:16:16.574" v="11887" actId="255"/>
          <ac:spMkLst>
            <pc:docMk/>
            <pc:sldMk cId="941343079" sldId="319"/>
            <ac:spMk id="121" creationId="{1D9F1ACE-002B-79AD-66F4-ADB46C65A295}"/>
          </ac:spMkLst>
        </pc:spChg>
        <pc:spChg chg="add del mod">
          <ac:chgData name="Maldonado, Joshua" userId="4bb3794f-a02d-4bad-b3bc-505ec7f4a1ee" providerId="ADAL" clId="{1F1FF1F2-4A23-5359-9927-0CF831992786}" dt="2026-04-23T13:59:16.687" v="11805" actId="20577"/>
          <ac:spMkLst>
            <pc:docMk/>
            <pc:sldMk cId="941343079" sldId="319"/>
            <ac:spMk id="123" creationId="{07147D92-A636-0BD4-0134-B20ECF0732E4}"/>
          </ac:spMkLst>
        </pc:spChg>
      </pc:sldChg>
      <pc:sldChg chg="addSp delSp modSp add mod modNotesTx">
        <pc:chgData name="Maldonado, Joshua" userId="4bb3794f-a02d-4bad-b3bc-505ec7f4a1ee" providerId="ADAL" clId="{1F1FF1F2-4A23-5359-9927-0CF831992786}" dt="2026-04-23T13:49:54.915" v="11715" actId="1076"/>
        <pc:sldMkLst>
          <pc:docMk/>
          <pc:sldMk cId="795821365" sldId="320"/>
        </pc:sldMkLst>
        <pc:spChg chg="add del mod">
          <ac:chgData name="Maldonado, Joshua" userId="4bb3794f-a02d-4bad-b3bc-505ec7f4a1ee" providerId="ADAL" clId="{1F1FF1F2-4A23-5359-9927-0CF831992786}" dt="2026-04-22T02:15:35.161" v="2002"/>
          <ac:spMkLst>
            <pc:docMk/>
            <pc:sldMk cId="795821365" sldId="320"/>
            <ac:spMk id="4" creationId="{BCDBD82A-0B79-09E3-6802-849A5F9754DC}"/>
          </ac:spMkLst>
        </pc:spChg>
        <pc:spChg chg="mod">
          <ac:chgData name="Maldonado, Joshua" userId="4bb3794f-a02d-4bad-b3bc-505ec7f4a1ee" providerId="ADAL" clId="{1F1FF1F2-4A23-5359-9927-0CF831992786}" dt="2026-04-23T13:49:40.231" v="11708"/>
          <ac:spMkLst>
            <pc:docMk/>
            <pc:sldMk cId="795821365" sldId="320"/>
            <ac:spMk id="8" creationId="{5D5F0219-9517-A5BD-52C4-1F2228FBD5EB}"/>
          </ac:spMkLst>
        </pc:spChg>
        <pc:spChg chg="mod">
          <ac:chgData name="Maldonado, Joshua" userId="4bb3794f-a02d-4bad-b3bc-505ec7f4a1ee" providerId="ADAL" clId="{1F1FF1F2-4A23-5359-9927-0CF831992786}" dt="2026-04-23T13:49:40.231" v="11708"/>
          <ac:spMkLst>
            <pc:docMk/>
            <pc:sldMk cId="795821365" sldId="320"/>
            <ac:spMk id="10" creationId="{05FCCB12-2CCA-2D8A-D2F5-74160F08C823}"/>
          </ac:spMkLst>
        </pc:spChg>
        <pc:spChg chg="mod">
          <ac:chgData name="Maldonado, Joshua" userId="4bb3794f-a02d-4bad-b3bc-505ec7f4a1ee" providerId="ADAL" clId="{1F1FF1F2-4A23-5359-9927-0CF831992786}" dt="2026-04-23T13:49:40.231" v="11708"/>
          <ac:spMkLst>
            <pc:docMk/>
            <pc:sldMk cId="795821365" sldId="320"/>
            <ac:spMk id="12" creationId="{0D1EFA74-C4DF-48EE-8301-27158C061C8D}"/>
          </ac:spMkLst>
        </pc:spChg>
        <pc:spChg chg="mod">
          <ac:chgData name="Maldonado, Joshua" userId="4bb3794f-a02d-4bad-b3bc-505ec7f4a1ee" providerId="ADAL" clId="{1F1FF1F2-4A23-5359-9927-0CF831992786}" dt="2026-04-22T13:42:55.497" v="3246" actId="1037"/>
          <ac:spMkLst>
            <pc:docMk/>
            <pc:sldMk cId="795821365" sldId="320"/>
            <ac:spMk id="121" creationId="{32694B87-DC15-3E31-0D06-7CDF14FBF9BE}"/>
          </ac:spMkLst>
        </pc:spChg>
        <pc:spChg chg="mod">
          <ac:chgData name="Maldonado, Joshua" userId="4bb3794f-a02d-4bad-b3bc-505ec7f4a1ee" providerId="ADAL" clId="{1F1FF1F2-4A23-5359-9927-0CF831992786}" dt="2026-04-22T16:43:36.841" v="5985" actId="14100"/>
          <ac:spMkLst>
            <pc:docMk/>
            <pc:sldMk cId="795821365" sldId="320"/>
            <ac:spMk id="122" creationId="{CE6A1FCA-BDC5-8A46-C1EC-4DF771981EE3}"/>
          </ac:spMkLst>
        </pc:spChg>
        <pc:spChg chg="mod">
          <ac:chgData name="Maldonado, Joshua" userId="4bb3794f-a02d-4bad-b3bc-505ec7f4a1ee" providerId="ADAL" clId="{1F1FF1F2-4A23-5359-9927-0CF831992786}" dt="2026-04-22T13:12:21.464" v="3018" actId="20577"/>
          <ac:spMkLst>
            <pc:docMk/>
            <pc:sldMk cId="795821365" sldId="320"/>
            <ac:spMk id="123" creationId="{E4B9AF41-BEA0-BA15-B59D-2986CCBDF9BC}"/>
          </ac:spMkLst>
        </pc:spChg>
        <pc:grpChg chg="add mod">
          <ac:chgData name="Maldonado, Joshua" userId="4bb3794f-a02d-4bad-b3bc-505ec7f4a1ee" providerId="ADAL" clId="{1F1FF1F2-4A23-5359-9927-0CF831992786}" dt="2026-04-23T13:49:40.231" v="11708"/>
          <ac:grpSpMkLst>
            <pc:docMk/>
            <pc:sldMk cId="795821365" sldId="320"/>
            <ac:grpSpMk id="5" creationId="{847CB382-2B7D-235D-D2FF-547C24187825}"/>
          </ac:grpSpMkLst>
        </pc:grpChg>
        <pc:grpChg chg="mod">
          <ac:chgData name="Maldonado, Joshua" userId="4bb3794f-a02d-4bad-b3bc-505ec7f4a1ee" providerId="ADAL" clId="{1F1FF1F2-4A23-5359-9927-0CF831992786}" dt="2026-04-23T13:49:40.231" v="11708"/>
          <ac:grpSpMkLst>
            <pc:docMk/>
            <pc:sldMk cId="795821365" sldId="320"/>
            <ac:grpSpMk id="6" creationId="{438F40A7-3556-7802-83A3-8993888F3CF9}"/>
          </ac:grpSpMkLst>
        </pc:grpChg>
        <pc:picChg chg="add del mod">
          <ac:chgData name="Maldonado, Joshua" userId="4bb3794f-a02d-4bad-b3bc-505ec7f4a1ee" providerId="ADAL" clId="{1F1FF1F2-4A23-5359-9927-0CF831992786}" dt="2026-04-22T02:13:40.176" v="1946" actId="478"/>
          <ac:picMkLst>
            <pc:docMk/>
            <pc:sldMk cId="795821365" sldId="320"/>
            <ac:picMk id="2" creationId="{372997E9-FBCA-9836-5D07-52EF7DD7581C}"/>
          </ac:picMkLst>
        </pc:picChg>
        <pc:picChg chg="add del mod">
          <ac:chgData name="Maldonado, Joshua" userId="4bb3794f-a02d-4bad-b3bc-505ec7f4a1ee" providerId="ADAL" clId="{1F1FF1F2-4A23-5359-9927-0CF831992786}" dt="2026-04-23T13:48:56.669" v="11707" actId="478"/>
          <ac:picMkLst>
            <pc:docMk/>
            <pc:sldMk cId="795821365" sldId="320"/>
            <ac:picMk id="4" creationId="{C789EFE3-50F6-F2D5-54B0-ADB853BF840B}"/>
          </ac:picMkLst>
        </pc:picChg>
        <pc:picChg chg="add del mod">
          <ac:chgData name="Maldonado, Joshua" userId="4bb3794f-a02d-4bad-b3bc-505ec7f4a1ee" providerId="ADAL" clId="{1F1FF1F2-4A23-5359-9927-0CF831992786}" dt="2026-04-22T02:18:31.680" v="2008" actId="478"/>
          <ac:picMkLst>
            <pc:docMk/>
            <pc:sldMk cId="795821365" sldId="320"/>
            <ac:picMk id="6" creationId="{1A874F54-E7DC-FD7F-75DB-443FEEA52196}"/>
          </ac:picMkLst>
        </pc:picChg>
        <pc:picChg chg="add del mod">
          <ac:chgData name="Maldonado, Joshua" userId="4bb3794f-a02d-4bad-b3bc-505ec7f4a1ee" providerId="ADAL" clId="{1F1FF1F2-4A23-5359-9927-0CF831992786}" dt="2026-04-22T02:24:28.652" v="2021" actId="478"/>
          <ac:picMkLst>
            <pc:docMk/>
            <pc:sldMk cId="795821365" sldId="320"/>
            <ac:picMk id="8" creationId="{A29997FE-F763-01CD-6CDB-CE5FA3A15305}"/>
          </ac:picMkLst>
        </pc:picChg>
        <pc:picChg chg="add del mod">
          <ac:chgData name="Maldonado, Joshua" userId="4bb3794f-a02d-4bad-b3bc-505ec7f4a1ee" providerId="ADAL" clId="{1F1FF1F2-4A23-5359-9927-0CF831992786}" dt="2026-04-22T02:29:02.690" v="2069" actId="478"/>
          <ac:picMkLst>
            <pc:docMk/>
            <pc:sldMk cId="795821365" sldId="320"/>
            <ac:picMk id="10" creationId="{482AC6E0-F5FE-8260-F882-92F9DA6FB011}"/>
          </ac:picMkLst>
        </pc:picChg>
        <pc:picChg chg="mod">
          <ac:chgData name="Maldonado, Joshua" userId="4bb3794f-a02d-4bad-b3bc-505ec7f4a1ee" providerId="ADAL" clId="{1F1FF1F2-4A23-5359-9927-0CF831992786}" dt="2026-04-23T13:49:40.231" v="11708"/>
          <ac:picMkLst>
            <pc:docMk/>
            <pc:sldMk cId="795821365" sldId="320"/>
            <ac:picMk id="11" creationId="{77E1E0DC-BCF1-9E6A-7BF0-10860357A850}"/>
          </ac:picMkLst>
        </pc:picChg>
        <pc:picChg chg="add del mod">
          <ac:chgData name="Maldonado, Joshua" userId="4bb3794f-a02d-4bad-b3bc-505ec7f4a1ee" providerId="ADAL" clId="{1F1FF1F2-4A23-5359-9927-0CF831992786}" dt="2026-04-22T02:32:52.963" v="2074" actId="478"/>
          <ac:picMkLst>
            <pc:docMk/>
            <pc:sldMk cId="795821365" sldId="320"/>
            <ac:picMk id="12" creationId="{5866F99C-4C11-C885-352A-300CE1DE415B}"/>
          </ac:picMkLst>
        </pc:picChg>
        <pc:picChg chg="add del mod">
          <ac:chgData name="Maldonado, Joshua" userId="4bb3794f-a02d-4bad-b3bc-505ec7f4a1ee" providerId="ADAL" clId="{1F1FF1F2-4A23-5359-9927-0CF831992786}" dt="2026-04-22T02:33:37.308" v="2085" actId="21"/>
          <ac:picMkLst>
            <pc:docMk/>
            <pc:sldMk cId="795821365" sldId="320"/>
            <ac:picMk id="14" creationId="{7ADE4614-B589-4A11-C11D-87DDA0BBFF83}"/>
          </ac:picMkLst>
        </pc:picChg>
        <pc:picChg chg="add mod">
          <ac:chgData name="Maldonado, Joshua" userId="4bb3794f-a02d-4bad-b3bc-505ec7f4a1ee" providerId="ADAL" clId="{1F1FF1F2-4A23-5359-9927-0CF831992786}" dt="2026-04-23T13:49:54.915" v="11715" actId="1076"/>
          <ac:picMkLst>
            <pc:docMk/>
            <pc:sldMk cId="795821365" sldId="320"/>
            <ac:picMk id="14" creationId="{A4A6E341-529B-2B4E-FFCC-D361B27DE23F}"/>
          </ac:picMkLst>
        </pc:picChg>
        <pc:picChg chg="add del mod">
          <ac:chgData name="Maldonado, Joshua" userId="4bb3794f-a02d-4bad-b3bc-505ec7f4a1ee" providerId="ADAL" clId="{1F1FF1F2-4A23-5359-9927-0CF831992786}" dt="2026-04-22T02:35:27.699" v="2104" actId="478"/>
          <ac:picMkLst>
            <pc:docMk/>
            <pc:sldMk cId="795821365" sldId="320"/>
            <ac:picMk id="16" creationId="{DC6CF942-9CED-3BEC-7167-29F17D3005F4}"/>
          </ac:picMkLst>
        </pc:picChg>
        <pc:picChg chg="add del mod">
          <ac:chgData name="Maldonado, Joshua" userId="4bb3794f-a02d-4bad-b3bc-505ec7f4a1ee" providerId="ADAL" clId="{1F1FF1F2-4A23-5359-9927-0CF831992786}" dt="2026-04-22T02:37:02.781" v="2113" actId="478"/>
          <ac:picMkLst>
            <pc:docMk/>
            <pc:sldMk cId="795821365" sldId="320"/>
            <ac:picMk id="18" creationId="{E3BB01AE-FFD9-B0C1-F6E1-CC2FD77AF0E6}"/>
          </ac:picMkLst>
        </pc:picChg>
        <pc:picChg chg="add del mod">
          <ac:chgData name="Maldonado, Joshua" userId="4bb3794f-a02d-4bad-b3bc-505ec7f4a1ee" providerId="ADAL" clId="{1F1FF1F2-4A23-5359-9927-0CF831992786}" dt="2026-04-22T13:38:26.945" v="3217" actId="478"/>
          <ac:picMkLst>
            <pc:docMk/>
            <pc:sldMk cId="795821365" sldId="320"/>
            <ac:picMk id="20" creationId="{1F42984E-A549-7836-A6C0-60AD0F91324A}"/>
          </ac:picMkLst>
        </pc:picChg>
        <pc:picChg chg="add del mod">
          <ac:chgData name="Maldonado, Joshua" userId="4bb3794f-a02d-4bad-b3bc-505ec7f4a1ee" providerId="ADAL" clId="{1F1FF1F2-4A23-5359-9927-0CF831992786}" dt="2026-04-22T13:41:53.324" v="3225" actId="478"/>
          <ac:picMkLst>
            <pc:docMk/>
            <pc:sldMk cId="795821365" sldId="320"/>
            <ac:picMk id="22" creationId="{EECE54C5-5186-0CFD-1E00-0872B6E00923}"/>
          </ac:picMkLst>
        </pc:picChg>
        <pc:picChg chg="add del mod">
          <ac:chgData name="Maldonado, Joshua" userId="4bb3794f-a02d-4bad-b3bc-505ec7f4a1ee" providerId="ADAL" clId="{1F1FF1F2-4A23-5359-9927-0CF831992786}" dt="2026-04-22T13:48:38.868" v="3259" actId="478"/>
          <ac:picMkLst>
            <pc:docMk/>
            <pc:sldMk cId="795821365" sldId="320"/>
            <ac:picMk id="24" creationId="{21DEA905-3199-189D-B1C3-B5866D3A43CF}"/>
          </ac:picMkLst>
        </pc:picChg>
        <pc:picChg chg="add del mod">
          <ac:chgData name="Maldonado, Joshua" userId="4bb3794f-a02d-4bad-b3bc-505ec7f4a1ee" providerId="ADAL" clId="{1F1FF1F2-4A23-5359-9927-0CF831992786}" dt="2026-04-23T02:37:22.197" v="7151" actId="478"/>
          <ac:picMkLst>
            <pc:docMk/>
            <pc:sldMk cId="795821365" sldId="320"/>
            <ac:picMk id="26" creationId="{3A1EFBA5-611F-D3B5-3AE4-A89CE5FFE80A}"/>
          </ac:picMkLst>
        </pc:picChg>
        <pc:cxnChg chg="mod">
          <ac:chgData name="Maldonado, Joshua" userId="4bb3794f-a02d-4bad-b3bc-505ec7f4a1ee" providerId="ADAL" clId="{1F1FF1F2-4A23-5359-9927-0CF831992786}" dt="2026-04-23T13:49:40.231" v="11708"/>
          <ac:cxnSpMkLst>
            <pc:docMk/>
            <pc:sldMk cId="795821365" sldId="320"/>
            <ac:cxnSpMk id="7" creationId="{A5AD49E7-5C1A-FD72-4784-0842631AE3AF}"/>
          </ac:cxnSpMkLst>
        </pc:cxnChg>
        <pc:cxnChg chg="mod">
          <ac:chgData name="Maldonado, Joshua" userId="4bb3794f-a02d-4bad-b3bc-505ec7f4a1ee" providerId="ADAL" clId="{1F1FF1F2-4A23-5359-9927-0CF831992786}" dt="2026-04-23T13:49:40.231" v="11708"/>
          <ac:cxnSpMkLst>
            <pc:docMk/>
            <pc:sldMk cId="795821365" sldId="320"/>
            <ac:cxnSpMk id="9" creationId="{238E72EE-581C-9414-8B75-433C8478B4A6}"/>
          </ac:cxnSpMkLst>
        </pc:cxnChg>
      </pc:sldChg>
      <pc:sldChg chg="addSp delSp modSp add mod modNotesTx">
        <pc:chgData name="Maldonado, Joshua" userId="4bb3794f-a02d-4bad-b3bc-505ec7f4a1ee" providerId="ADAL" clId="{1F1FF1F2-4A23-5359-9927-0CF831992786}" dt="2026-04-23T11:50:54.407" v="7782" actId="1076"/>
        <pc:sldMkLst>
          <pc:docMk/>
          <pc:sldMk cId="1868080009" sldId="321"/>
        </pc:sldMkLst>
        <pc:spChg chg="add del mod">
          <ac:chgData name="Maldonado, Joshua" userId="4bb3794f-a02d-4bad-b3bc-505ec7f4a1ee" providerId="ADAL" clId="{1F1FF1F2-4A23-5359-9927-0CF831992786}" dt="2026-04-22T01:45:26.479" v="1275" actId="478"/>
          <ac:spMkLst>
            <pc:docMk/>
            <pc:sldMk cId="1868080009" sldId="321"/>
            <ac:spMk id="5" creationId="{C1D2F539-A1BC-7DF4-75FE-A16522EABEF0}"/>
          </ac:spMkLst>
        </pc:spChg>
        <pc:spChg chg="del">
          <ac:chgData name="Maldonado, Joshua" userId="4bb3794f-a02d-4bad-b3bc-505ec7f4a1ee" providerId="ADAL" clId="{1F1FF1F2-4A23-5359-9927-0CF831992786}" dt="2026-04-22T01:45:24.620" v="1274" actId="478"/>
          <ac:spMkLst>
            <pc:docMk/>
            <pc:sldMk cId="1868080009" sldId="321"/>
            <ac:spMk id="121" creationId="{E9BA394F-AB6E-1027-5E18-570972CC9DC8}"/>
          </ac:spMkLst>
        </pc:spChg>
        <pc:spChg chg="mod">
          <ac:chgData name="Maldonado, Joshua" userId="4bb3794f-a02d-4bad-b3bc-505ec7f4a1ee" providerId="ADAL" clId="{1F1FF1F2-4A23-5359-9927-0CF831992786}" dt="2026-04-22T02:27:13.873" v="2068" actId="20577"/>
          <ac:spMkLst>
            <pc:docMk/>
            <pc:sldMk cId="1868080009" sldId="321"/>
            <ac:spMk id="122" creationId="{370DA903-4048-C1CC-D90B-9B3F98EC5F36}"/>
          </ac:spMkLst>
        </pc:spChg>
        <pc:spChg chg="mod">
          <ac:chgData name="Maldonado, Joshua" userId="4bb3794f-a02d-4bad-b3bc-505ec7f4a1ee" providerId="ADAL" clId="{1F1FF1F2-4A23-5359-9927-0CF831992786}" dt="2026-04-22T13:12:23.733" v="3020" actId="20577"/>
          <ac:spMkLst>
            <pc:docMk/>
            <pc:sldMk cId="1868080009" sldId="321"/>
            <ac:spMk id="123" creationId="{30EDF2D6-B538-1FC0-760F-D698EECBE01E}"/>
          </ac:spMkLst>
        </pc:spChg>
        <pc:picChg chg="del mod">
          <ac:chgData name="Maldonado, Joshua" userId="4bb3794f-a02d-4bad-b3bc-505ec7f4a1ee" providerId="ADAL" clId="{1F1FF1F2-4A23-5359-9927-0CF831992786}" dt="2026-04-22T13:33:00.466" v="3202" actId="478"/>
          <ac:picMkLst>
            <pc:docMk/>
            <pc:sldMk cId="1868080009" sldId="321"/>
            <ac:picMk id="2" creationId="{B06D7823-D08D-C5A8-272B-50BDD9C0C98A}"/>
          </ac:picMkLst>
        </pc:picChg>
        <pc:picChg chg="add mod">
          <ac:chgData name="Maldonado, Joshua" userId="4bb3794f-a02d-4bad-b3bc-505ec7f4a1ee" providerId="ADAL" clId="{1F1FF1F2-4A23-5359-9927-0CF831992786}" dt="2026-04-23T11:50:54.407" v="7782" actId="1076"/>
          <ac:picMkLst>
            <pc:docMk/>
            <pc:sldMk cId="1868080009" sldId="321"/>
            <ac:picMk id="4" creationId="{EE8491FC-2D3D-F0D3-BE97-5AA7A411876A}"/>
          </ac:picMkLst>
        </pc:picChg>
        <pc:picChg chg="add del mod">
          <ac:chgData name="Maldonado, Joshua" userId="4bb3794f-a02d-4bad-b3bc-505ec7f4a1ee" providerId="ADAL" clId="{1F1FF1F2-4A23-5359-9927-0CF831992786}" dt="2026-04-22T13:35:01.628" v="3210" actId="478"/>
          <ac:picMkLst>
            <pc:docMk/>
            <pc:sldMk cId="1868080009" sldId="321"/>
            <ac:picMk id="7" creationId="{7118C8FA-42A9-0A34-6E17-BEDB2333B577}"/>
          </ac:picMkLst>
        </pc:picChg>
        <pc:picChg chg="add del mod">
          <ac:chgData name="Maldonado, Joshua" userId="4bb3794f-a02d-4bad-b3bc-505ec7f4a1ee" providerId="ADAL" clId="{1F1FF1F2-4A23-5359-9927-0CF831992786}" dt="2026-04-22T20:00:16.527" v="7125" actId="478"/>
          <ac:picMkLst>
            <pc:docMk/>
            <pc:sldMk cId="1868080009" sldId="321"/>
            <ac:picMk id="9" creationId="{4A79CB9C-DFD9-D50C-895C-F4054B893E1E}"/>
          </ac:picMkLst>
        </pc:picChg>
        <pc:picChg chg="add del mod">
          <ac:chgData name="Maldonado, Joshua" userId="4bb3794f-a02d-4bad-b3bc-505ec7f4a1ee" providerId="ADAL" clId="{1F1FF1F2-4A23-5359-9927-0CF831992786}" dt="2026-04-23T11:50:47.004" v="7777" actId="478"/>
          <ac:picMkLst>
            <pc:docMk/>
            <pc:sldMk cId="1868080009" sldId="321"/>
            <ac:picMk id="11" creationId="{DA56E290-DFF7-ADC8-EA19-8BF3703A53FF}"/>
          </ac:picMkLst>
        </pc:picChg>
      </pc:sldChg>
      <pc:sldChg chg="addSp delSp modSp add del mod ord">
        <pc:chgData name="Maldonado, Joshua" userId="4bb3794f-a02d-4bad-b3bc-505ec7f4a1ee" providerId="ADAL" clId="{1F1FF1F2-4A23-5359-9927-0CF831992786}" dt="2026-04-23T13:08:04.485" v="10113" actId="2696"/>
        <pc:sldMkLst>
          <pc:docMk/>
          <pc:sldMk cId="2455435829" sldId="322"/>
        </pc:sldMkLst>
        <pc:spChg chg="add mod">
          <ac:chgData name="Maldonado, Joshua" userId="4bb3794f-a02d-4bad-b3bc-505ec7f4a1ee" providerId="ADAL" clId="{1F1FF1F2-4A23-5359-9927-0CF831992786}" dt="2026-04-22T20:02:11.059" v="7145"/>
          <ac:spMkLst>
            <pc:docMk/>
            <pc:sldMk cId="2455435829" sldId="322"/>
            <ac:spMk id="2" creationId="{6A1BBE1F-82BB-A7B8-3BDF-E0905D9C1623}"/>
          </ac:spMkLst>
        </pc:spChg>
        <pc:spChg chg="del">
          <ac:chgData name="Maldonado, Joshua" userId="4bb3794f-a02d-4bad-b3bc-505ec7f4a1ee" providerId="ADAL" clId="{1F1FF1F2-4A23-5359-9927-0CF831992786}" dt="2026-04-22T20:02:10.735" v="7144" actId="478"/>
          <ac:spMkLst>
            <pc:docMk/>
            <pc:sldMk cId="2455435829" sldId="322"/>
            <ac:spMk id="123" creationId="{603CB633-1C7F-E8A7-EC68-00EC8A0A9419}"/>
          </ac:spMkLst>
        </pc:spChg>
      </pc:sldChg>
      <pc:sldChg chg="addSp delSp modSp new mod">
        <pc:chgData name="Maldonado, Joshua" userId="4bb3794f-a02d-4bad-b3bc-505ec7f4a1ee" providerId="ADAL" clId="{1F1FF1F2-4A23-5359-9927-0CF831992786}" dt="2026-04-22T20:02:08.981" v="7143"/>
        <pc:sldMkLst>
          <pc:docMk/>
          <pc:sldMk cId="2492214672" sldId="323"/>
        </pc:sldMkLst>
        <pc:spChg chg="del">
          <ac:chgData name="Maldonado, Joshua" userId="4bb3794f-a02d-4bad-b3bc-505ec7f4a1ee" providerId="ADAL" clId="{1F1FF1F2-4A23-5359-9927-0CF831992786}" dt="2026-04-22T02:33:42.092" v="2087" actId="478"/>
          <ac:spMkLst>
            <pc:docMk/>
            <pc:sldMk cId="2492214672" sldId="323"/>
            <ac:spMk id="2" creationId="{88030404-50EF-DEAF-71E4-F22DF78E0A12}"/>
          </ac:spMkLst>
        </pc:spChg>
        <pc:spChg chg="add mod">
          <ac:chgData name="Maldonado, Joshua" userId="4bb3794f-a02d-4bad-b3bc-505ec7f4a1ee" providerId="ADAL" clId="{1F1FF1F2-4A23-5359-9927-0CF831992786}" dt="2026-04-22T02:34:22.339" v="2098" actId="207"/>
          <ac:spMkLst>
            <pc:docMk/>
            <pc:sldMk cId="2492214672" sldId="323"/>
            <ac:spMk id="4" creationId="{0BBA3290-197E-3DBE-0DFE-0714BC6CF3F0}"/>
          </ac:spMkLst>
        </pc:spChg>
        <pc:spChg chg="add mod">
          <ac:chgData name="Maldonado, Joshua" userId="4bb3794f-a02d-4bad-b3bc-505ec7f4a1ee" providerId="ADAL" clId="{1F1FF1F2-4A23-5359-9927-0CF831992786}" dt="2026-04-22T20:02:08.981" v="7143"/>
          <ac:spMkLst>
            <pc:docMk/>
            <pc:sldMk cId="2492214672" sldId="323"/>
            <ac:spMk id="5" creationId="{DBD513FF-D36C-8588-E42D-03B66179BF5E}"/>
          </ac:spMkLst>
        </pc:spChg>
        <pc:picChg chg="add mod">
          <ac:chgData name="Maldonado, Joshua" userId="4bb3794f-a02d-4bad-b3bc-505ec7f4a1ee" providerId="ADAL" clId="{1F1FF1F2-4A23-5359-9927-0CF831992786}" dt="2026-04-22T02:34:30.348" v="2099" actId="1076"/>
          <ac:picMkLst>
            <pc:docMk/>
            <pc:sldMk cId="2492214672" sldId="323"/>
            <ac:picMk id="3" creationId="{16E49448-5B92-78E2-AEA3-10283750AC6E}"/>
          </ac:picMkLst>
        </pc:picChg>
      </pc:sldChg>
      <pc:sldChg chg="addSp delSp modSp add mod">
        <pc:chgData name="Maldonado, Joshua" userId="4bb3794f-a02d-4bad-b3bc-505ec7f4a1ee" providerId="ADAL" clId="{1F1FF1F2-4A23-5359-9927-0CF831992786}" dt="2026-04-22T20:02:03.147" v="7142" actId="20577"/>
        <pc:sldMkLst>
          <pc:docMk/>
          <pc:sldMk cId="233673217" sldId="324"/>
        </pc:sldMkLst>
        <pc:spChg chg="add del mod">
          <ac:chgData name="Maldonado, Joshua" userId="4bb3794f-a02d-4bad-b3bc-505ec7f4a1ee" providerId="ADAL" clId="{1F1FF1F2-4A23-5359-9927-0CF831992786}" dt="2026-04-22T17:43:23.860" v="6079"/>
          <ac:spMkLst>
            <pc:docMk/>
            <pc:sldMk cId="233673217" sldId="324"/>
            <ac:spMk id="7" creationId="{B8C00DE5-5A75-36B1-AEF4-6DF0BFBCB6D6}"/>
          </ac:spMkLst>
        </pc:spChg>
        <pc:spChg chg="add del">
          <ac:chgData name="Maldonado, Joshua" userId="4bb3794f-a02d-4bad-b3bc-505ec7f4a1ee" providerId="ADAL" clId="{1F1FF1F2-4A23-5359-9927-0CF831992786}" dt="2026-04-22T17:43:21.169" v="6077" actId="22"/>
          <ac:spMkLst>
            <pc:docMk/>
            <pc:sldMk cId="233673217" sldId="324"/>
            <ac:spMk id="9" creationId="{F555ED27-2488-3AD1-C094-053ED5EE3221}"/>
          </ac:spMkLst>
        </pc:spChg>
        <pc:spChg chg="mod">
          <ac:chgData name="Maldonado, Joshua" userId="4bb3794f-a02d-4bad-b3bc-505ec7f4a1ee" providerId="ADAL" clId="{1F1FF1F2-4A23-5359-9927-0CF831992786}" dt="2026-04-22T20:01:42.471" v="7135" actId="5793"/>
          <ac:spMkLst>
            <pc:docMk/>
            <pc:sldMk cId="233673217" sldId="324"/>
            <ac:spMk id="121" creationId="{E5BCB1D7-BC9D-D529-A108-64799665BF21}"/>
          </ac:spMkLst>
        </pc:spChg>
        <pc:spChg chg="mod">
          <ac:chgData name="Maldonado, Joshua" userId="4bb3794f-a02d-4bad-b3bc-505ec7f4a1ee" providerId="ADAL" clId="{1F1FF1F2-4A23-5359-9927-0CF831992786}" dt="2026-04-22T20:02:03.147" v="7142" actId="20577"/>
          <ac:spMkLst>
            <pc:docMk/>
            <pc:sldMk cId="233673217" sldId="324"/>
            <ac:spMk id="122" creationId="{13F371DC-CAE2-D614-828A-7D0340C5BA6A}"/>
          </ac:spMkLst>
        </pc:spChg>
        <pc:picChg chg="add del mod">
          <ac:chgData name="Maldonado, Joshua" userId="4bb3794f-a02d-4bad-b3bc-505ec7f4a1ee" providerId="ADAL" clId="{1F1FF1F2-4A23-5359-9927-0CF831992786}" dt="2026-04-22T12:27:08.005" v="2999" actId="478"/>
          <ac:picMkLst>
            <pc:docMk/>
            <pc:sldMk cId="233673217" sldId="324"/>
            <ac:picMk id="4" creationId="{BDE8D67A-04F0-FA0F-5F0B-79FBDA35C8BD}"/>
          </ac:picMkLst>
        </pc:picChg>
        <pc:picChg chg="add del mod">
          <ac:chgData name="Maldonado, Joshua" userId="4bb3794f-a02d-4bad-b3bc-505ec7f4a1ee" providerId="ADAL" clId="{1F1FF1F2-4A23-5359-9927-0CF831992786}" dt="2026-04-22T20:01:43.581" v="7136" actId="478"/>
          <ac:picMkLst>
            <pc:docMk/>
            <pc:sldMk cId="233673217" sldId="324"/>
            <ac:picMk id="6" creationId="{42463F72-9F36-B1B2-93C6-069513367376}"/>
          </ac:picMkLst>
        </pc:picChg>
        <pc:picChg chg="add del mod">
          <ac:chgData name="Maldonado, Joshua" userId="4bb3794f-a02d-4bad-b3bc-505ec7f4a1ee" providerId="ADAL" clId="{1F1FF1F2-4A23-5359-9927-0CF831992786}" dt="2026-04-22T20:01:39.061" v="7133" actId="478"/>
          <ac:picMkLst>
            <pc:docMk/>
            <pc:sldMk cId="233673217" sldId="324"/>
            <ac:picMk id="11" creationId="{BFE6C89A-87FF-3A44-7D79-6F07CA792629}"/>
          </ac:picMkLst>
        </pc:picChg>
        <pc:picChg chg="add mod">
          <ac:chgData name="Maldonado, Joshua" userId="4bb3794f-a02d-4bad-b3bc-505ec7f4a1ee" providerId="ADAL" clId="{1F1FF1F2-4A23-5359-9927-0CF831992786}" dt="2026-04-22T20:02:00.888" v="7141" actId="1076"/>
          <ac:picMkLst>
            <pc:docMk/>
            <pc:sldMk cId="233673217" sldId="324"/>
            <ac:picMk id="13" creationId="{848E6396-56B3-8885-6ED1-EBA7056A77D9}"/>
          </ac:picMkLst>
        </pc:picChg>
      </pc:sldChg>
      <pc:sldChg chg="addSp modSp add mod modNotesTx">
        <pc:chgData name="Maldonado, Joshua" userId="4bb3794f-a02d-4bad-b3bc-505ec7f4a1ee" providerId="ADAL" clId="{1F1FF1F2-4A23-5359-9927-0CF831992786}" dt="2026-04-23T13:57:05.279" v="11778" actId="114"/>
        <pc:sldMkLst>
          <pc:docMk/>
          <pc:sldMk cId="2451240436" sldId="325"/>
        </pc:sldMkLst>
        <pc:spChg chg="add mod">
          <ac:chgData name="Maldonado, Joshua" userId="4bb3794f-a02d-4bad-b3bc-505ec7f4a1ee" providerId="ADAL" clId="{1F1FF1F2-4A23-5359-9927-0CF831992786}" dt="2026-04-22T16:23:56.849" v="5422" actId="20577"/>
          <ac:spMkLst>
            <pc:docMk/>
            <pc:sldMk cId="2451240436" sldId="325"/>
            <ac:spMk id="2" creationId="{1A0A664F-01C4-000A-125E-D1A469F69E09}"/>
          </ac:spMkLst>
        </pc:spChg>
        <pc:spChg chg="mod">
          <ac:chgData name="Maldonado, Joshua" userId="4bb3794f-a02d-4bad-b3bc-505ec7f4a1ee" providerId="ADAL" clId="{1F1FF1F2-4A23-5359-9927-0CF831992786}" dt="2026-04-23T13:57:05.279" v="11778" actId="114"/>
          <ac:spMkLst>
            <pc:docMk/>
            <pc:sldMk cId="2451240436" sldId="325"/>
            <ac:spMk id="121" creationId="{73AF1AF4-9BAC-853B-DF77-F5AE3F96FBA2}"/>
          </ac:spMkLst>
        </pc:spChg>
        <pc:spChg chg="mod">
          <ac:chgData name="Maldonado, Joshua" userId="4bb3794f-a02d-4bad-b3bc-505ec7f4a1ee" providerId="ADAL" clId="{1F1FF1F2-4A23-5359-9927-0CF831992786}" dt="2026-04-23T02:44:14.270" v="7224" actId="20577"/>
          <ac:spMkLst>
            <pc:docMk/>
            <pc:sldMk cId="2451240436" sldId="325"/>
            <ac:spMk id="123" creationId="{61FA68B2-16A0-4209-71B7-7170D873A95C}"/>
          </ac:spMkLst>
        </pc:spChg>
      </pc:sldChg>
      <pc:sldChg chg="addSp delSp modSp add mod">
        <pc:chgData name="Maldonado, Joshua" userId="4bb3794f-a02d-4bad-b3bc-505ec7f4a1ee" providerId="ADAL" clId="{1F1FF1F2-4A23-5359-9927-0CF831992786}" dt="2026-04-23T14:43:35.774" v="11984" actId="20577"/>
        <pc:sldMkLst>
          <pc:docMk/>
          <pc:sldMk cId="3541067648" sldId="326"/>
        </pc:sldMkLst>
        <pc:spChg chg="mod">
          <ac:chgData name="Maldonado, Joshua" userId="4bb3794f-a02d-4bad-b3bc-505ec7f4a1ee" providerId="ADAL" clId="{1F1FF1F2-4A23-5359-9927-0CF831992786}" dt="2026-04-23T14:43:35.774" v="11984" actId="20577"/>
          <ac:spMkLst>
            <pc:docMk/>
            <pc:sldMk cId="3541067648" sldId="326"/>
            <ac:spMk id="121" creationId="{90C9F66D-507E-6615-5BE4-35F10BF1A644}"/>
          </ac:spMkLst>
        </pc:spChg>
        <pc:spChg chg="mod">
          <ac:chgData name="Maldonado, Joshua" userId="4bb3794f-a02d-4bad-b3bc-505ec7f4a1ee" providerId="ADAL" clId="{1F1FF1F2-4A23-5359-9927-0CF831992786}" dt="2026-04-23T12:38:15.528" v="9229" actId="27636"/>
          <ac:spMkLst>
            <pc:docMk/>
            <pc:sldMk cId="3541067648" sldId="326"/>
            <ac:spMk id="122" creationId="{FBD7C4A8-F40F-3B15-3B45-311536128D6A}"/>
          </ac:spMkLst>
        </pc:spChg>
        <pc:spChg chg="mod">
          <ac:chgData name="Maldonado, Joshua" userId="4bb3794f-a02d-4bad-b3bc-505ec7f4a1ee" providerId="ADAL" clId="{1F1FF1F2-4A23-5359-9927-0CF831992786}" dt="2026-04-23T13:59:00.916" v="11781" actId="20577"/>
          <ac:spMkLst>
            <pc:docMk/>
            <pc:sldMk cId="3541067648" sldId="326"/>
            <ac:spMk id="123" creationId="{459D8F9B-12AA-EDCE-3AB8-3F8E4F88A107}"/>
          </ac:spMkLst>
        </pc:spChg>
        <pc:picChg chg="add mod">
          <ac:chgData name="Maldonado, Joshua" userId="4bb3794f-a02d-4bad-b3bc-505ec7f4a1ee" providerId="ADAL" clId="{1F1FF1F2-4A23-5359-9927-0CF831992786}" dt="2026-04-23T13:22:06.712" v="10439" actId="1076"/>
          <ac:picMkLst>
            <pc:docMk/>
            <pc:sldMk cId="3541067648" sldId="326"/>
            <ac:picMk id="4" creationId="{F098AC95-C51D-761C-95EC-89A8BDD8CECD}"/>
          </ac:picMkLst>
        </pc:picChg>
        <pc:picChg chg="del">
          <ac:chgData name="Maldonado, Joshua" userId="4bb3794f-a02d-4bad-b3bc-505ec7f4a1ee" providerId="ADAL" clId="{1F1FF1F2-4A23-5359-9927-0CF831992786}" dt="2026-04-22T17:53:41.959" v="6447" actId="478"/>
          <ac:picMkLst>
            <pc:docMk/>
            <pc:sldMk cId="3541067648" sldId="326"/>
            <ac:picMk id="26" creationId="{D976A13C-91CD-8702-0CCD-05435B94EFD7}"/>
          </ac:picMkLst>
        </pc:picChg>
      </pc:sldChg>
      <pc:sldChg chg="addSp delSp modSp add mod modNotesTx">
        <pc:chgData name="Maldonado, Joshua" userId="4bb3794f-a02d-4bad-b3bc-505ec7f4a1ee" providerId="ADAL" clId="{1F1FF1F2-4A23-5359-9927-0CF831992786}" dt="2026-04-23T13:56:28.520" v="11739" actId="166"/>
        <pc:sldMkLst>
          <pc:docMk/>
          <pc:sldMk cId="3226527654" sldId="327"/>
        </pc:sldMkLst>
        <pc:spChg chg="add del mod">
          <ac:chgData name="Maldonado, Joshua" userId="4bb3794f-a02d-4bad-b3bc-505ec7f4a1ee" providerId="ADAL" clId="{1F1FF1F2-4A23-5359-9927-0CF831992786}" dt="2026-04-23T02:42:45.813" v="7175" actId="478"/>
          <ac:spMkLst>
            <pc:docMk/>
            <pc:sldMk cId="3226527654" sldId="327"/>
            <ac:spMk id="4" creationId="{9BE61314-BE41-4437-0FDA-FF69ECEF866A}"/>
          </ac:spMkLst>
        </pc:spChg>
        <pc:spChg chg="add mod">
          <ac:chgData name="Maldonado, Joshua" userId="4bb3794f-a02d-4bad-b3bc-505ec7f4a1ee" providerId="ADAL" clId="{1F1FF1F2-4A23-5359-9927-0CF831992786}" dt="2026-04-23T02:43:28.055" v="7188" actId="164"/>
          <ac:spMkLst>
            <pc:docMk/>
            <pc:sldMk cId="3226527654" sldId="327"/>
            <ac:spMk id="7" creationId="{BDC66998-AC71-74C2-A80A-F109415927B1}"/>
          </ac:spMkLst>
        </pc:spChg>
        <pc:spChg chg="add mod">
          <ac:chgData name="Maldonado, Joshua" userId="4bb3794f-a02d-4bad-b3bc-505ec7f4a1ee" providerId="ADAL" clId="{1F1FF1F2-4A23-5359-9927-0CF831992786}" dt="2026-04-23T13:56:28.520" v="11739" actId="166"/>
          <ac:spMkLst>
            <pc:docMk/>
            <pc:sldMk cId="3226527654" sldId="327"/>
            <ac:spMk id="9" creationId="{D554A5CF-B08A-223B-569D-44EFD18BCDA9}"/>
          </ac:spMkLst>
        </pc:spChg>
        <pc:spChg chg="add del mod">
          <ac:chgData name="Maldonado, Joshua" userId="4bb3794f-a02d-4bad-b3bc-505ec7f4a1ee" providerId="ADAL" clId="{1F1FF1F2-4A23-5359-9927-0CF831992786}" dt="2026-04-23T12:33:23.335" v="8943" actId="478"/>
          <ac:spMkLst>
            <pc:docMk/>
            <pc:sldMk cId="3226527654" sldId="327"/>
            <ac:spMk id="12" creationId="{105BC8F6-7AA2-4A66-7451-7BE711E0612E}"/>
          </ac:spMkLst>
        </pc:spChg>
        <pc:spChg chg="add mod">
          <ac:chgData name="Maldonado, Joshua" userId="4bb3794f-a02d-4bad-b3bc-505ec7f4a1ee" providerId="ADAL" clId="{1F1FF1F2-4A23-5359-9927-0CF831992786}" dt="2026-04-23T12:34:58.661" v="9061" actId="164"/>
          <ac:spMkLst>
            <pc:docMk/>
            <pc:sldMk cId="3226527654" sldId="327"/>
            <ac:spMk id="15" creationId="{D7F1D317-3274-D297-0741-4F7E3A8743BA}"/>
          </ac:spMkLst>
        </pc:spChg>
        <pc:spChg chg="add mod">
          <ac:chgData name="Maldonado, Joshua" userId="4bb3794f-a02d-4bad-b3bc-505ec7f4a1ee" providerId="ADAL" clId="{1F1FF1F2-4A23-5359-9927-0CF831992786}" dt="2026-04-23T12:34:58.661" v="9061" actId="164"/>
          <ac:spMkLst>
            <pc:docMk/>
            <pc:sldMk cId="3226527654" sldId="327"/>
            <ac:spMk id="19" creationId="{1404FA42-6290-412F-B491-4AF100201628}"/>
          </ac:spMkLst>
        </pc:spChg>
        <pc:spChg chg="del">
          <ac:chgData name="Maldonado, Joshua" userId="4bb3794f-a02d-4bad-b3bc-505ec7f4a1ee" providerId="ADAL" clId="{1F1FF1F2-4A23-5359-9927-0CF831992786}" dt="2026-04-23T02:42:44.560" v="7174" actId="478"/>
          <ac:spMkLst>
            <pc:docMk/>
            <pc:sldMk cId="3226527654" sldId="327"/>
            <ac:spMk id="121" creationId="{E76484DC-6950-06C3-4769-74331692BA43}"/>
          </ac:spMkLst>
        </pc:spChg>
        <pc:spChg chg="mod">
          <ac:chgData name="Maldonado, Joshua" userId="4bb3794f-a02d-4bad-b3bc-505ec7f4a1ee" providerId="ADAL" clId="{1F1FF1F2-4A23-5359-9927-0CF831992786}" dt="2026-04-23T02:44:11.412" v="7222" actId="20577"/>
          <ac:spMkLst>
            <pc:docMk/>
            <pc:sldMk cId="3226527654" sldId="327"/>
            <ac:spMk id="123" creationId="{937D5F9B-C3CC-62A8-F6B8-82E028019457}"/>
          </ac:spMkLst>
        </pc:spChg>
        <pc:grpChg chg="add mod">
          <ac:chgData name="Maldonado, Joshua" userId="4bb3794f-a02d-4bad-b3bc-505ec7f4a1ee" providerId="ADAL" clId="{1F1FF1F2-4A23-5359-9927-0CF831992786}" dt="2026-04-23T12:34:58.661" v="9061" actId="164"/>
          <ac:grpSpMkLst>
            <pc:docMk/>
            <pc:sldMk cId="3226527654" sldId="327"/>
            <ac:grpSpMk id="8" creationId="{BCF36F35-B7F1-0D1C-A05D-3877C5D03659}"/>
          </ac:grpSpMkLst>
        </pc:grpChg>
        <pc:grpChg chg="add mod">
          <ac:chgData name="Maldonado, Joshua" userId="4bb3794f-a02d-4bad-b3bc-505ec7f4a1ee" providerId="ADAL" clId="{1F1FF1F2-4A23-5359-9927-0CF831992786}" dt="2026-04-23T12:35:00.738" v="9063" actId="1076"/>
          <ac:grpSpMkLst>
            <pc:docMk/>
            <pc:sldMk cId="3226527654" sldId="327"/>
            <ac:grpSpMk id="20" creationId="{AF1D3EB4-DA26-BAFF-2D27-BC6F13752FA7}"/>
          </ac:grpSpMkLst>
        </pc:grpChg>
        <pc:picChg chg="add mod">
          <ac:chgData name="Maldonado, Joshua" userId="4bb3794f-a02d-4bad-b3bc-505ec7f4a1ee" providerId="ADAL" clId="{1F1FF1F2-4A23-5359-9927-0CF831992786}" dt="2026-04-23T02:43:28.055" v="7188" actId="164"/>
          <ac:picMkLst>
            <pc:docMk/>
            <pc:sldMk cId="3226527654" sldId="327"/>
            <ac:picMk id="6" creationId="{B45576E9-884C-66E4-767F-47BEB2541CF6}"/>
          </ac:picMkLst>
        </pc:picChg>
        <pc:picChg chg="add mod">
          <ac:chgData name="Maldonado, Joshua" userId="4bb3794f-a02d-4bad-b3bc-505ec7f4a1ee" providerId="ADAL" clId="{1F1FF1F2-4A23-5359-9927-0CF831992786}" dt="2026-04-23T02:50:12.875" v="7311" actId="1076"/>
          <ac:picMkLst>
            <pc:docMk/>
            <pc:sldMk cId="3226527654" sldId="327"/>
            <ac:picMk id="11" creationId="{DD62B4E4-30B6-FDC3-DEDB-6A5133529EF1}"/>
          </ac:picMkLst>
        </pc:picChg>
        <pc:cxnChg chg="add mod">
          <ac:chgData name="Maldonado, Joshua" userId="4bb3794f-a02d-4bad-b3bc-505ec7f4a1ee" providerId="ADAL" clId="{1F1FF1F2-4A23-5359-9927-0CF831992786}" dt="2026-04-23T12:34:58.661" v="9061" actId="164"/>
          <ac:cxnSpMkLst>
            <pc:docMk/>
            <pc:sldMk cId="3226527654" sldId="327"/>
            <ac:cxnSpMk id="14" creationId="{3DC42BA5-E96E-825D-A025-0FE20F881A09}"/>
          </ac:cxnSpMkLst>
        </pc:cxnChg>
        <pc:cxnChg chg="add mod">
          <ac:chgData name="Maldonado, Joshua" userId="4bb3794f-a02d-4bad-b3bc-505ec7f4a1ee" providerId="ADAL" clId="{1F1FF1F2-4A23-5359-9927-0CF831992786}" dt="2026-04-23T12:34:58.661" v="9061" actId="164"/>
          <ac:cxnSpMkLst>
            <pc:docMk/>
            <pc:sldMk cId="3226527654" sldId="327"/>
            <ac:cxnSpMk id="16" creationId="{704789B0-A266-F21E-F191-E62591C9E770}"/>
          </ac:cxnSpMkLst>
        </pc:cxnChg>
      </pc:sldChg>
      <pc:sldChg chg="addSp delSp modSp add mod modNotesTx">
        <pc:chgData name="Maldonado, Joshua" userId="4bb3794f-a02d-4bad-b3bc-505ec7f4a1ee" providerId="ADAL" clId="{1F1FF1F2-4A23-5359-9927-0CF831992786}" dt="2026-04-23T14:44:47.576" v="12030" actId="20577"/>
        <pc:sldMkLst>
          <pc:docMk/>
          <pc:sldMk cId="814668319" sldId="328"/>
        </pc:sldMkLst>
        <pc:spChg chg="add del mod">
          <ac:chgData name="Maldonado, Joshua" userId="4bb3794f-a02d-4bad-b3bc-505ec7f4a1ee" providerId="ADAL" clId="{1F1FF1F2-4A23-5359-9927-0CF831992786}" dt="2026-04-23T12:44:36.977" v="9463" actId="478"/>
          <ac:spMkLst>
            <pc:docMk/>
            <pc:sldMk cId="814668319" sldId="328"/>
            <ac:spMk id="4" creationId="{E3D62AC7-06E9-B3E5-6DA9-46CBF1DE1714}"/>
          </ac:spMkLst>
        </pc:spChg>
        <pc:spChg chg="add del mod">
          <ac:chgData name="Maldonado, Joshua" userId="4bb3794f-a02d-4bad-b3bc-505ec7f4a1ee" providerId="ADAL" clId="{1F1FF1F2-4A23-5359-9927-0CF831992786}" dt="2026-04-23T14:11:20.198" v="11867" actId="478"/>
          <ac:spMkLst>
            <pc:docMk/>
            <pc:sldMk cId="814668319" sldId="328"/>
            <ac:spMk id="8" creationId="{508C1C3B-4C93-ADAA-182A-5B433337EF5D}"/>
          </ac:spMkLst>
        </pc:spChg>
        <pc:spChg chg="add mod">
          <ac:chgData name="Maldonado, Joshua" userId="4bb3794f-a02d-4bad-b3bc-505ec7f4a1ee" providerId="ADAL" clId="{1F1FF1F2-4A23-5359-9927-0CF831992786}" dt="2026-04-23T14:11:47.291" v="11878" actId="1076"/>
          <ac:spMkLst>
            <pc:docMk/>
            <pc:sldMk cId="814668319" sldId="328"/>
            <ac:spMk id="10" creationId="{D396E80D-E7EB-C844-C957-84DF51B5752B}"/>
          </ac:spMkLst>
        </pc:spChg>
        <pc:spChg chg="del">
          <ac:chgData name="Maldonado, Joshua" userId="4bb3794f-a02d-4bad-b3bc-505ec7f4a1ee" providerId="ADAL" clId="{1F1FF1F2-4A23-5359-9927-0CF831992786}" dt="2026-04-23T12:44:35.571" v="9462" actId="478"/>
          <ac:spMkLst>
            <pc:docMk/>
            <pc:sldMk cId="814668319" sldId="328"/>
            <ac:spMk id="121" creationId="{4C522E68-8CD4-6EE1-C81E-83351511B1EF}"/>
          </ac:spMkLst>
        </pc:spChg>
        <pc:spChg chg="mod">
          <ac:chgData name="Maldonado, Joshua" userId="4bb3794f-a02d-4bad-b3bc-505ec7f4a1ee" providerId="ADAL" clId="{1F1FF1F2-4A23-5359-9927-0CF831992786}" dt="2026-04-23T12:44:58.359" v="9495" actId="2711"/>
          <ac:spMkLst>
            <pc:docMk/>
            <pc:sldMk cId="814668319" sldId="328"/>
            <ac:spMk id="122" creationId="{DD390FF2-2ECC-662D-835D-367373C30D44}"/>
          </ac:spMkLst>
        </pc:spChg>
        <pc:spChg chg="mod">
          <ac:chgData name="Maldonado, Joshua" userId="4bb3794f-a02d-4bad-b3bc-505ec7f4a1ee" providerId="ADAL" clId="{1F1FF1F2-4A23-5359-9927-0CF831992786}" dt="2026-04-23T13:59:04.732" v="11784" actId="20577"/>
          <ac:spMkLst>
            <pc:docMk/>
            <pc:sldMk cId="814668319" sldId="328"/>
            <ac:spMk id="123" creationId="{5E77221C-F875-3129-1087-19BE9BA44929}"/>
          </ac:spMkLst>
        </pc:spChg>
        <pc:picChg chg="add mod">
          <ac:chgData name="Maldonado, Joshua" userId="4bb3794f-a02d-4bad-b3bc-505ec7f4a1ee" providerId="ADAL" clId="{1F1FF1F2-4A23-5359-9927-0CF831992786}" dt="2026-04-23T12:45:09.024" v="9500" actId="1076"/>
          <ac:picMkLst>
            <pc:docMk/>
            <pc:sldMk cId="814668319" sldId="328"/>
            <ac:picMk id="6" creationId="{A537152F-F0D3-823A-06A0-6FD2FFEC3948}"/>
          </ac:picMkLst>
        </pc:picChg>
      </pc:sldChg>
      <pc:sldChg chg="add del">
        <pc:chgData name="Maldonado, Joshua" userId="4bb3794f-a02d-4bad-b3bc-505ec7f4a1ee" providerId="ADAL" clId="{1F1FF1F2-4A23-5359-9927-0CF831992786}" dt="2026-04-23T13:01:18.070" v="9708"/>
        <pc:sldMkLst>
          <pc:docMk/>
          <pc:sldMk cId="3745482801" sldId="329"/>
        </pc:sldMkLst>
      </pc:sldChg>
      <pc:sldChg chg="addSp delSp modSp add mod modNotesTx">
        <pc:chgData name="Maldonado, Joshua" userId="4bb3794f-a02d-4bad-b3bc-505ec7f4a1ee" providerId="ADAL" clId="{1F1FF1F2-4A23-5359-9927-0CF831992786}" dt="2026-04-23T13:59:08.107" v="11792" actId="20577"/>
        <pc:sldMkLst>
          <pc:docMk/>
          <pc:sldMk cId="4139206124" sldId="329"/>
        </pc:sldMkLst>
        <pc:spChg chg="mod">
          <ac:chgData name="Maldonado, Joshua" userId="4bb3794f-a02d-4bad-b3bc-505ec7f4a1ee" providerId="ADAL" clId="{1F1FF1F2-4A23-5359-9927-0CF831992786}" dt="2026-04-23T13:01:23.601" v="9717" actId="20577"/>
          <ac:spMkLst>
            <pc:docMk/>
            <pc:sldMk cId="4139206124" sldId="329"/>
            <ac:spMk id="122" creationId="{1A65C266-C5E7-9FAA-245A-441C31E2E97E}"/>
          </ac:spMkLst>
        </pc:spChg>
        <pc:spChg chg="mod">
          <ac:chgData name="Maldonado, Joshua" userId="4bb3794f-a02d-4bad-b3bc-505ec7f4a1ee" providerId="ADAL" clId="{1F1FF1F2-4A23-5359-9927-0CF831992786}" dt="2026-04-23T13:59:08.107" v="11792" actId="20577"/>
          <ac:spMkLst>
            <pc:docMk/>
            <pc:sldMk cId="4139206124" sldId="329"/>
            <ac:spMk id="123" creationId="{6108D771-119D-32E7-31C0-DA9667F5EA01}"/>
          </ac:spMkLst>
        </pc:spChg>
        <pc:picChg chg="add del mod modCrop">
          <ac:chgData name="Maldonado, Joshua" userId="4bb3794f-a02d-4bad-b3bc-505ec7f4a1ee" providerId="ADAL" clId="{1F1FF1F2-4A23-5359-9927-0CF831992786}" dt="2026-04-23T13:05:19.294" v="9914" actId="478"/>
          <ac:picMkLst>
            <pc:docMk/>
            <pc:sldMk cId="4139206124" sldId="329"/>
            <ac:picMk id="4" creationId="{2F8BF086-9F9D-98E2-4416-F032D6600135}"/>
          </ac:picMkLst>
        </pc:picChg>
        <pc:picChg chg="del">
          <ac:chgData name="Maldonado, Joshua" userId="4bb3794f-a02d-4bad-b3bc-505ec7f4a1ee" providerId="ADAL" clId="{1F1FF1F2-4A23-5359-9927-0CF831992786}" dt="2026-04-23T13:01:24.314" v="9718" actId="478"/>
          <ac:picMkLst>
            <pc:docMk/>
            <pc:sldMk cId="4139206124" sldId="329"/>
            <ac:picMk id="6" creationId="{B1A2319A-C43A-8AC1-63DA-EE7965026640}"/>
          </ac:picMkLst>
        </pc:picChg>
        <pc:picChg chg="add mod modCrop">
          <ac:chgData name="Maldonado, Joshua" userId="4bb3794f-a02d-4bad-b3bc-505ec7f4a1ee" providerId="ADAL" clId="{1F1FF1F2-4A23-5359-9927-0CF831992786}" dt="2026-04-23T13:05:57.920" v="9932" actId="1076"/>
          <ac:picMkLst>
            <pc:docMk/>
            <pc:sldMk cId="4139206124" sldId="329"/>
            <ac:picMk id="7" creationId="{BB77E600-56D3-B8A3-4B39-3E9E70D9DAC8}"/>
          </ac:picMkLst>
        </pc:picChg>
      </pc:sldChg>
      <pc:sldChg chg="addSp delSp modSp add mod">
        <pc:chgData name="Maldonado, Joshua" userId="4bb3794f-a02d-4bad-b3bc-505ec7f4a1ee" providerId="ADAL" clId="{1F1FF1F2-4A23-5359-9927-0CF831992786}" dt="2026-04-23T13:59:12.075" v="11800" actId="20577"/>
        <pc:sldMkLst>
          <pc:docMk/>
          <pc:sldMk cId="3205798256" sldId="330"/>
        </pc:sldMkLst>
        <pc:spChg chg="add del mod">
          <ac:chgData name="Maldonado, Joshua" userId="4bb3794f-a02d-4bad-b3bc-505ec7f4a1ee" providerId="ADAL" clId="{1F1FF1F2-4A23-5359-9927-0CF831992786}" dt="2026-04-23T13:28:18.489" v="10930" actId="478"/>
          <ac:spMkLst>
            <pc:docMk/>
            <pc:sldMk cId="3205798256" sldId="330"/>
            <ac:spMk id="4" creationId="{CB185C00-9CCB-8DE9-79E7-5CDA9E546CB8}"/>
          </ac:spMkLst>
        </pc:spChg>
        <pc:spChg chg="mod">
          <ac:chgData name="Maldonado, Joshua" userId="4bb3794f-a02d-4bad-b3bc-505ec7f4a1ee" providerId="ADAL" clId="{1F1FF1F2-4A23-5359-9927-0CF831992786}" dt="2026-04-23T13:28:47.074" v="10931" actId="948"/>
          <ac:spMkLst>
            <pc:docMk/>
            <pc:sldMk cId="3205798256" sldId="330"/>
            <ac:spMk id="121" creationId="{BEF6192B-EFBF-CDDC-ED95-CD0844290C09}"/>
          </ac:spMkLst>
        </pc:spChg>
        <pc:spChg chg="mod">
          <ac:chgData name="Maldonado, Joshua" userId="4bb3794f-a02d-4bad-b3bc-505ec7f4a1ee" providerId="ADAL" clId="{1F1FF1F2-4A23-5359-9927-0CF831992786}" dt="2026-04-23T13:06:18.919" v="9964" actId="20577"/>
          <ac:spMkLst>
            <pc:docMk/>
            <pc:sldMk cId="3205798256" sldId="330"/>
            <ac:spMk id="122" creationId="{F1A17D9C-BA8F-2155-3557-257E2B201C18}"/>
          </ac:spMkLst>
        </pc:spChg>
        <pc:spChg chg="mod">
          <ac:chgData name="Maldonado, Joshua" userId="4bb3794f-a02d-4bad-b3bc-505ec7f4a1ee" providerId="ADAL" clId="{1F1FF1F2-4A23-5359-9927-0CF831992786}" dt="2026-04-23T13:59:12.075" v="11800" actId="20577"/>
          <ac:spMkLst>
            <pc:docMk/>
            <pc:sldMk cId="3205798256" sldId="330"/>
            <ac:spMk id="123" creationId="{7F2AD7FB-211E-6DD2-C113-3047910A65E0}"/>
          </ac:spMkLst>
        </pc:spChg>
        <pc:picChg chg="add mod">
          <ac:chgData name="Maldonado, Joshua" userId="4bb3794f-a02d-4bad-b3bc-505ec7f4a1ee" providerId="ADAL" clId="{1F1FF1F2-4A23-5359-9927-0CF831992786}" dt="2026-04-23T13:07:17.811" v="10083" actId="1076"/>
          <ac:picMkLst>
            <pc:docMk/>
            <pc:sldMk cId="3205798256" sldId="330"/>
            <ac:picMk id="2" creationId="{8A08294B-A1AE-F40B-9086-F122054AEF69}"/>
          </ac:picMkLst>
        </pc:picChg>
      </pc:sldChg>
      <pc:sldChg chg="addSp delSp modSp add mod">
        <pc:chgData name="Maldonado, Joshua" userId="4bb3794f-a02d-4bad-b3bc-505ec7f4a1ee" providerId="ADAL" clId="{1F1FF1F2-4A23-5359-9927-0CF831992786}" dt="2026-04-23T13:09:37.626" v="10119" actId="1076"/>
        <pc:sldMkLst>
          <pc:docMk/>
          <pc:sldMk cId="1741861613" sldId="331"/>
        </pc:sldMkLst>
        <pc:picChg chg="del">
          <ac:chgData name="Maldonado, Joshua" userId="4bb3794f-a02d-4bad-b3bc-505ec7f4a1ee" providerId="ADAL" clId="{1F1FF1F2-4A23-5359-9927-0CF831992786}" dt="2026-04-23T13:08:12.078" v="10115" actId="478"/>
          <ac:picMkLst>
            <pc:docMk/>
            <pc:sldMk cId="1741861613" sldId="331"/>
            <ac:picMk id="3" creationId="{E6590370-D124-BE32-5379-285E27C7FD42}"/>
          </ac:picMkLst>
        </pc:picChg>
        <pc:picChg chg="add mod">
          <ac:chgData name="Maldonado, Joshua" userId="4bb3794f-a02d-4bad-b3bc-505ec7f4a1ee" providerId="ADAL" clId="{1F1FF1F2-4A23-5359-9927-0CF831992786}" dt="2026-04-23T13:09:37.626" v="10119" actId="1076"/>
          <ac:picMkLst>
            <pc:docMk/>
            <pc:sldMk cId="1741861613" sldId="331"/>
            <ac:picMk id="6" creationId="{BDE35C38-2FC0-FEA5-811E-A3DE3C9D550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0" name="Google Shape;11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06652CF1-6E7D-FA3B-EDF9-91A8AF96D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CEAF960E-7506-3D36-DA5A-EBC1E5CD50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DB48628E-32FA-4375-9C76-47F8376308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30B50E32-7C6E-4C93-021C-473725082B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055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565F20DD-44A8-A221-DBF8-767DAB421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449D245F-BA51-58D0-27ED-450F118A9D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AC317D9C-D871-7441-741C-8D35E94F61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2400" dirty="0"/>
              <a:t>Main matrix decompositions: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2400" dirty="0"/>
              <a:t>1. Eigenvalue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2400" dirty="0"/>
              <a:t>2. SVD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2400" dirty="0"/>
              <a:t>3. QR (“orthogonal, rectangular”)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2400" dirty="0"/>
              <a:t>	</a:t>
            </a:r>
            <a:r>
              <a:rPr lang="en-US" sz="2400" i="1" dirty="0"/>
              <a:t>example</a:t>
            </a:r>
            <a:r>
              <a:rPr lang="en-US" sz="2400" dirty="0"/>
              <a:t>: least squares computation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2400" dirty="0"/>
              <a:t>4. LU (lower-triangular,  upper-triangular)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2400" dirty="0"/>
              <a:t>	</a:t>
            </a:r>
            <a:r>
              <a:rPr lang="en-US" sz="2400" i="1" dirty="0"/>
              <a:t>example</a:t>
            </a:r>
            <a:r>
              <a:rPr lang="en-US" sz="2400" dirty="0"/>
              <a:t>: gaussian elimination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2400" dirty="0"/>
              <a:t>5.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Cholesky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	</a:t>
            </a:r>
            <a:r>
              <a:rPr lang="en-US" sz="1200" b="0" i="1" u="none" strike="noStrike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example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: LU for Hermitian matrices, basically</a:t>
            </a:r>
            <a:endParaRPr lang="en-US" sz="2400"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25364002-A932-BE9D-49E6-73BA794D59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330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283204D0-CA92-5BB9-14EF-335A2E7F8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16DBE540-E590-8A79-E954-29115B6517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3AD0AB4A-7B91-7BED-9676-4FA35DA2F0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Here to setup a toy problem to compare with VQE. 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Not here to show the gory details of eigenvalue code.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5441AF41-0A1D-EA11-45A1-42805B6785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8326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0385ABEC-0213-A7A8-F477-38610204C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BF70E102-EB2C-D6EF-BF98-F54582CE2A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6DA7BB8B-3BD5-B881-A067-930C9F876E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Sanity checks:</a:t>
            </a:r>
          </a:p>
          <a:p>
            <a:pPr marL="2476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wavefunctions look believable (come out of `</a:t>
            </a:r>
            <a:r>
              <a:rPr lang="en-US" dirty="0" err="1"/>
              <a:t>eigh</a:t>
            </a:r>
            <a:r>
              <a:rPr lang="en-US" dirty="0"/>
              <a:t>()` already normalized)</a:t>
            </a:r>
          </a:p>
          <a:p>
            <a:pPr marL="2476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Energies are linearly “distributed”</a:t>
            </a:r>
          </a:p>
          <a:p>
            <a:pPr marL="2476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en-US" dirty="0"/>
          </a:p>
          <a:p>
            <a:pPr marL="76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None/>
            </a:pPr>
            <a:r>
              <a:rPr lang="en-US" dirty="0"/>
              <a:t>Colors between wavefunctions and energy dots correlate.</a:t>
            </a:r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B83DA4D0-FAC5-7F72-B09E-C41A46F498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4139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A2131AF-1182-894F-AB16-E76DDF634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28E4609E-1BA0-7853-96E8-64914023D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3F81160F-C91B-3EC7-B4DF-54167E650C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What space are we optimizing?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4A6105E7-F119-138A-8DBB-CB9E662B9A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806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F0DA50D1-9EEF-5912-74C0-3885620ED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A70A07F4-7189-25BA-D453-CB93C8C69B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392FC062-B9D9-FEE3-FFCD-AEC791EFEB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*Picture yanked from AI/ML paper.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Same principle, though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Note: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- Energy landscapes can have “barren plateaus” where they are relatively flat in regions. This gives optimizers a hard time.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687A5C23-4060-2EE1-4766-E7C3848AB5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6880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D532199-3157-6FD4-BD52-1065A6FD2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6C246BD8-31A9-ABAD-C7B4-CB415FB29B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2CB6D9DF-E622-1614-3127-AD4E57746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The O(n) qubits are because the Hilbert space goes as O(log n)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0EAA9122-0953-D81F-E9D2-D316C9CB86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8846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16455C53-042D-31CC-36F6-8F8E1E70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3D3D7789-8400-1409-669E-313DE274EF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F32BE6E9-E2BF-14E0-1B44-3A1D61B3C9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Here to setup a toy problem to compare with VQE. 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Not here to show the gory details of eigenvalue code.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C62A0EFE-76CB-06BF-6520-85534D7897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2059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4043E591-7F67-6F16-DA8F-83D02E8C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11C216A0-DA4D-AA4C-4A71-6909C02916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331182E9-140A-EC3A-83DF-5BEA682ADB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*This example’s* circuit. Thanks to the power of someone else’s work and importing their library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** How did this program do ??</a:t>
            </a:r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9B170DF9-91D5-68AA-E3CC-69C9D6A4ED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69862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18FF30A0-F05E-97DF-856D-602D822A9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DE6AF937-23D3-EF72-0F57-BB170476F7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8A80505A-3288-3942-0C5D-0CB9B4A7FF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Did it work?  -&gt; Not really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Was this user error?  -&gt; probably</a:t>
            </a:r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8C4B23F0-A498-8A08-D55F-17EDDE056A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6330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DD1DEFDD-3550-37A4-4499-AFF27882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88E26E1D-86E5-357B-2B04-1F86B9F29C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A9FB4934-1491-94BB-C8CE-CFC68F02C3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Here to setup a toy problem to compare with VQE. 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Not here to show the gory details of eigenvalue code.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9F1F47A7-A44C-4BFB-A895-36AC0650FC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9911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F0DE5892-CD57-AFD2-240F-ADEED393D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BD41248D-0632-E737-2A0F-33DE0CC3BF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58828B60-FC4A-9104-EC77-916571D75E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8519A89E-9C05-D8BC-C093-9DC6403388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4215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42758B4-D366-802D-D641-542843A4E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A8395CC7-FD0D-2CD2-AD3C-1BA38BAEE9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58568146-2493-795D-6ACC-2B2BFDE509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Example classical computing variational method: MCMC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745A0126-BBCE-0678-C9E5-17CDB84AE7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6410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710FDC3-8746-DE66-BB7C-5A6F3A3D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65C5A971-E713-04E3-80C1-D105E5CEB9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8F0FDBA3-C167-9F89-FC20-9E9308B15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D3740015-DD76-13F8-14FD-FA7D4BA821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02605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1E57EFE-733E-8633-CC7F-9B42DB43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0D23FBBF-A1E4-76E0-5E8C-6021C8567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492404B3-4159-058D-F7D0-E6B0A10D62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53E2E43D-EBFE-A6AA-BA75-76E35D19AF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0479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with subtitle">
  <p:cSld name="Section Title with sub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6"/>
          <p:cNvSpPr txBox="1">
            <a:spLocks noGrp="1"/>
          </p:cNvSpPr>
          <p:nvPr>
            <p:ph type="subTitle" idx="1"/>
          </p:nvPr>
        </p:nvSpPr>
        <p:spPr>
          <a:xfrm>
            <a:off x="1066799" y="4790038"/>
            <a:ext cx="9896669" cy="937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F7EE"/>
              </a:buClr>
              <a:buSzPts val="2400"/>
              <a:buNone/>
              <a:defRPr sz="2400">
                <a:solidFill>
                  <a:srgbClr val="FAF7EE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6"/>
          <p:cNvSpPr txBox="1">
            <a:spLocks noGrp="1"/>
          </p:cNvSpPr>
          <p:nvPr>
            <p:ph type="title"/>
          </p:nvPr>
        </p:nvSpPr>
        <p:spPr>
          <a:xfrm>
            <a:off x="1045029" y="681038"/>
            <a:ext cx="10067728" cy="4108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7EE"/>
              </a:buClr>
              <a:buSzPts val="7000"/>
              <a:buFont typeface="Arial"/>
              <a:buNone/>
              <a:defRPr sz="7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6"/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9"/>
          <p:cNvSpPr txBox="1">
            <a:spLocks noGrp="1"/>
          </p:cNvSpPr>
          <p:nvPr>
            <p:ph type="title"/>
          </p:nvPr>
        </p:nvSpPr>
        <p:spPr>
          <a:xfrm>
            <a:off x="1045029" y="681038"/>
            <a:ext cx="10067728" cy="510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7EE"/>
              </a:buClr>
              <a:buSzPts val="7000"/>
              <a:buFont typeface="Arial"/>
              <a:buNone/>
              <a:defRPr sz="7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9"/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9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1054358" y="2118049"/>
            <a:ext cx="10077062" cy="3868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200" b="0" i="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2000"/>
              <a:buChar char="•"/>
              <a:defRPr sz="2000" b="0" i="0">
                <a:solidFill>
                  <a:srgbClr val="FAF7EE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2000"/>
              <a:buChar char="•"/>
              <a:defRPr b="0" i="0">
                <a:solidFill>
                  <a:srgbClr val="FAF7EE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1800"/>
              <a:buChar char="•"/>
              <a:defRPr b="0" i="0">
                <a:solidFill>
                  <a:srgbClr val="FAF7EE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1800"/>
              <a:buChar char="•"/>
              <a:defRPr b="0" i="0">
                <a:solidFill>
                  <a:srgbClr val="FAF7EE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title"/>
          </p:nvPr>
        </p:nvSpPr>
        <p:spPr>
          <a:xfrm>
            <a:off x="1045029" y="681039"/>
            <a:ext cx="10067728" cy="126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AF7E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/ Section Header">
  <p:cSld name="Title and Content w/ Section 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1054358" y="2118049"/>
            <a:ext cx="10077062" cy="3868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200" b="0" i="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2000"/>
              <a:buChar char="•"/>
              <a:defRPr sz="2000" b="0" i="0">
                <a:solidFill>
                  <a:srgbClr val="FAF7EE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2000"/>
              <a:buChar char="•"/>
              <a:defRPr b="0" i="0">
                <a:solidFill>
                  <a:srgbClr val="FAF7EE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1800"/>
              <a:buChar char="•"/>
              <a:defRPr b="0" i="0">
                <a:solidFill>
                  <a:srgbClr val="FAF7EE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1800"/>
              <a:buChar char="•"/>
              <a:defRPr b="0" i="0">
                <a:solidFill>
                  <a:srgbClr val="FAF7EE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title"/>
          </p:nvPr>
        </p:nvSpPr>
        <p:spPr>
          <a:xfrm>
            <a:off x="1045029" y="681039"/>
            <a:ext cx="10067728" cy="126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AF7E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/>
          <p:nvPr/>
        </p:nvSpPr>
        <p:spPr>
          <a:xfrm>
            <a:off x="1275127" y="185787"/>
            <a:ext cx="106784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Continued headline for slides that share the same section title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Two Content">
  <p:cSld name="Title 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1045028" y="2103929"/>
            <a:ext cx="4974771" cy="3874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2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2000"/>
              <a:buChar char="•"/>
              <a:defRPr>
                <a:solidFill>
                  <a:srgbClr val="FAF7EE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2000"/>
              <a:buChar char="•"/>
              <a:defRPr>
                <a:solidFill>
                  <a:srgbClr val="FAF7EE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1800"/>
              <a:buChar char="•"/>
              <a:defRPr>
                <a:solidFill>
                  <a:srgbClr val="FAF7EE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1800"/>
              <a:buChar char="•"/>
              <a:defRPr>
                <a:solidFill>
                  <a:srgbClr val="FAF7EE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6172200" y="2103929"/>
            <a:ext cx="4974771" cy="3874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2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2000"/>
              <a:buChar char="•"/>
              <a:defRPr>
                <a:solidFill>
                  <a:srgbClr val="FAF7EE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2000"/>
              <a:buChar char="•"/>
              <a:defRPr>
                <a:solidFill>
                  <a:srgbClr val="FAF7EE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1800"/>
              <a:buChar char="•"/>
              <a:defRPr>
                <a:solidFill>
                  <a:srgbClr val="FAF7EE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AF7EE"/>
              </a:buClr>
              <a:buSzPts val="1800"/>
              <a:buChar char="•"/>
              <a:defRPr>
                <a:solidFill>
                  <a:srgbClr val="FAF7EE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title"/>
          </p:nvPr>
        </p:nvSpPr>
        <p:spPr>
          <a:xfrm>
            <a:off x="1045029" y="681039"/>
            <a:ext cx="10067728" cy="126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7EE"/>
              </a:buClr>
              <a:buSzPts val="4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body" idx="1"/>
          </p:nvPr>
        </p:nvSpPr>
        <p:spPr>
          <a:xfrm>
            <a:off x="5183188" y="681039"/>
            <a:ext cx="6720196" cy="5180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2"/>
          </p:nvPr>
        </p:nvSpPr>
        <p:spPr>
          <a:xfrm>
            <a:off x="1045029" y="2057400"/>
            <a:ext cx="3726996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1045029" y="681039"/>
            <a:ext cx="3726996" cy="126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FAF7EE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hotos">
  <p:cSld name="2 Photo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>
            <a:spLocks noGrp="1"/>
          </p:cNvSpPr>
          <p:nvPr>
            <p:ph type="pic" idx="2"/>
          </p:nvPr>
        </p:nvSpPr>
        <p:spPr>
          <a:xfrm>
            <a:off x="6235022" y="783766"/>
            <a:ext cx="5665665" cy="51131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Google Shape;48;p34"/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4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4"/>
          <p:cNvSpPr>
            <a:spLocks noGrp="1"/>
          </p:cNvSpPr>
          <p:nvPr>
            <p:ph type="pic" idx="3"/>
          </p:nvPr>
        </p:nvSpPr>
        <p:spPr>
          <a:xfrm>
            <a:off x="281981" y="783766"/>
            <a:ext cx="5665665" cy="51131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hoto">
  <p:cSld name="1 Phot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5"/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5"/>
          <p:cNvSpPr>
            <a:spLocks noGrp="1"/>
          </p:cNvSpPr>
          <p:nvPr>
            <p:ph type="pic" idx="2"/>
          </p:nvPr>
        </p:nvSpPr>
        <p:spPr>
          <a:xfrm>
            <a:off x="275129" y="783774"/>
            <a:ext cx="11628255" cy="51131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6"/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1054350" y="1624274"/>
            <a:ext cx="10077000" cy="4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•"/>
              <a:defRPr sz="2200" b="0" i="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55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6649"/>
              </a:buClr>
              <a:buSzPts val="2000"/>
              <a:buChar char="•"/>
              <a:defRPr sz="2000" b="0" i="0">
                <a:solidFill>
                  <a:srgbClr val="00664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429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6649"/>
              </a:buClr>
              <a:buSzPts val="1800"/>
              <a:buChar char="•"/>
              <a:defRPr sz="1800" b="0" i="0">
                <a:solidFill>
                  <a:srgbClr val="00664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302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6649"/>
              </a:buClr>
              <a:buSzPts val="1600"/>
              <a:buChar char="•"/>
              <a:defRPr sz="1600" b="0" i="0">
                <a:solidFill>
                  <a:srgbClr val="00664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302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6649"/>
              </a:buClr>
              <a:buSzPts val="1600"/>
              <a:buChar char="•"/>
              <a:defRPr sz="1600" b="0" i="0">
                <a:solidFill>
                  <a:srgbClr val="00664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302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title"/>
          </p:nvPr>
        </p:nvSpPr>
        <p:spPr>
          <a:xfrm>
            <a:off x="1059038" y="683900"/>
            <a:ext cx="100677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dt" idx="10"/>
          </p:nvPr>
        </p:nvSpPr>
        <p:spPr>
          <a:xfrm>
            <a:off x="8860950" y="6356350"/>
            <a:ext cx="3163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1045029" y="681038"/>
            <a:ext cx="10067728" cy="510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7000"/>
              <a:buFont typeface="Arial"/>
              <a:buNone/>
              <a:defRPr sz="7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dt" idx="10"/>
          </p:nvPr>
        </p:nvSpPr>
        <p:spPr>
          <a:xfrm>
            <a:off x="8860950" y="6356350"/>
            <a:ext cx="3163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with subtitle">
  <p:cSld name="Section Title with subtitl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>
            <a:spLocks noGrp="1"/>
          </p:cNvSpPr>
          <p:nvPr>
            <p:ph type="subTitle" idx="1"/>
          </p:nvPr>
        </p:nvSpPr>
        <p:spPr>
          <a:xfrm>
            <a:off x="1066799" y="4790038"/>
            <a:ext cx="9896669" cy="937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title"/>
          </p:nvPr>
        </p:nvSpPr>
        <p:spPr>
          <a:xfrm>
            <a:off x="1045029" y="681038"/>
            <a:ext cx="10067728" cy="4108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7000"/>
              <a:buFont typeface="Arial"/>
              <a:buNone/>
              <a:defRPr sz="7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dt" idx="10"/>
          </p:nvPr>
        </p:nvSpPr>
        <p:spPr>
          <a:xfrm>
            <a:off x="8860950" y="6356350"/>
            <a:ext cx="3163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/ Section Header">
  <p:cSld name="Title and Content w/ Section Head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1054358" y="2118049"/>
            <a:ext cx="10077062" cy="3868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Char char="•"/>
              <a:defRPr sz="2200" b="0" i="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 b="0" i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b="0" i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b="0" i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b="0" i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title"/>
          </p:nvPr>
        </p:nvSpPr>
        <p:spPr>
          <a:xfrm>
            <a:off x="1045029" y="681039"/>
            <a:ext cx="10067728" cy="126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dt" idx="10"/>
          </p:nvPr>
        </p:nvSpPr>
        <p:spPr>
          <a:xfrm>
            <a:off x="8860950" y="6356350"/>
            <a:ext cx="3163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 txBox="1"/>
          <p:nvPr/>
        </p:nvSpPr>
        <p:spPr>
          <a:xfrm>
            <a:off x="1275127" y="185787"/>
            <a:ext cx="106784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Continued headline for slides that share the same section title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Two Content">
  <p:cSld name="Title Two Conte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0"/>
          <p:cNvSpPr txBox="1">
            <a:spLocks noGrp="1"/>
          </p:cNvSpPr>
          <p:nvPr>
            <p:ph type="body" idx="1"/>
          </p:nvPr>
        </p:nvSpPr>
        <p:spPr>
          <a:xfrm>
            <a:off x="1045028" y="2103929"/>
            <a:ext cx="4974771" cy="3891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Char char="•"/>
              <a:defRPr sz="22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2000"/>
              <a:buChar char="•"/>
              <a:defRPr>
                <a:solidFill>
                  <a:srgbClr val="006649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2000"/>
              <a:buChar char="•"/>
              <a:defRPr>
                <a:solidFill>
                  <a:srgbClr val="006649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1800"/>
              <a:buChar char="•"/>
              <a:defRPr>
                <a:solidFill>
                  <a:srgbClr val="006649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1800"/>
              <a:buChar char="•"/>
              <a:defRPr>
                <a:solidFill>
                  <a:srgbClr val="00664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2"/>
          </p:nvPr>
        </p:nvSpPr>
        <p:spPr>
          <a:xfrm>
            <a:off x="6172200" y="2103929"/>
            <a:ext cx="4974771" cy="3891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Char char="•"/>
              <a:defRPr sz="22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2000"/>
              <a:buChar char="•"/>
              <a:defRPr>
                <a:solidFill>
                  <a:srgbClr val="006649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2000"/>
              <a:buChar char="•"/>
              <a:defRPr>
                <a:solidFill>
                  <a:srgbClr val="006649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1800"/>
              <a:buChar char="•"/>
              <a:defRPr>
                <a:solidFill>
                  <a:srgbClr val="006649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1800"/>
              <a:buChar char="•"/>
              <a:defRPr>
                <a:solidFill>
                  <a:srgbClr val="00664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dt" idx="10"/>
          </p:nvPr>
        </p:nvSpPr>
        <p:spPr>
          <a:xfrm>
            <a:off x="8860950" y="6356350"/>
            <a:ext cx="3163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0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0"/>
          <p:cNvSpPr txBox="1">
            <a:spLocks noGrp="1"/>
          </p:cNvSpPr>
          <p:nvPr>
            <p:ph type="title"/>
          </p:nvPr>
        </p:nvSpPr>
        <p:spPr>
          <a:xfrm>
            <a:off x="1045029" y="681039"/>
            <a:ext cx="10067728" cy="126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1"/>
          <p:cNvSpPr txBox="1">
            <a:spLocks noGrp="1"/>
          </p:cNvSpPr>
          <p:nvPr>
            <p:ph type="body" idx="1"/>
          </p:nvPr>
        </p:nvSpPr>
        <p:spPr>
          <a:xfrm>
            <a:off x="5183188" y="681039"/>
            <a:ext cx="6720196" cy="5180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1" name="Google Shape;91;p41"/>
          <p:cNvSpPr txBox="1">
            <a:spLocks noGrp="1"/>
          </p:cNvSpPr>
          <p:nvPr>
            <p:ph type="body" idx="2"/>
          </p:nvPr>
        </p:nvSpPr>
        <p:spPr>
          <a:xfrm>
            <a:off x="1045029" y="2057400"/>
            <a:ext cx="3726996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2" name="Google Shape;92;p41"/>
          <p:cNvSpPr txBox="1">
            <a:spLocks noGrp="1"/>
          </p:cNvSpPr>
          <p:nvPr>
            <p:ph type="dt" idx="10"/>
          </p:nvPr>
        </p:nvSpPr>
        <p:spPr>
          <a:xfrm>
            <a:off x="8860950" y="6356350"/>
            <a:ext cx="3163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1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1"/>
          <p:cNvSpPr txBox="1">
            <a:spLocks noGrp="1"/>
          </p:cNvSpPr>
          <p:nvPr>
            <p:ph type="title"/>
          </p:nvPr>
        </p:nvSpPr>
        <p:spPr>
          <a:xfrm>
            <a:off x="1045029" y="681039"/>
            <a:ext cx="3726996" cy="126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hotos">
  <p:cSld name="2 Photo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2"/>
          <p:cNvSpPr>
            <a:spLocks noGrp="1"/>
          </p:cNvSpPr>
          <p:nvPr>
            <p:ph type="pic" idx="2"/>
          </p:nvPr>
        </p:nvSpPr>
        <p:spPr>
          <a:xfrm>
            <a:off x="6235022" y="783766"/>
            <a:ext cx="5665665" cy="51131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Google Shape;97;p42"/>
          <p:cNvSpPr txBox="1">
            <a:spLocks noGrp="1"/>
          </p:cNvSpPr>
          <p:nvPr>
            <p:ph type="dt" idx="10"/>
          </p:nvPr>
        </p:nvSpPr>
        <p:spPr>
          <a:xfrm>
            <a:off x="8860950" y="6356350"/>
            <a:ext cx="3163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2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2"/>
          <p:cNvSpPr>
            <a:spLocks noGrp="1"/>
          </p:cNvSpPr>
          <p:nvPr>
            <p:ph type="pic" idx="3"/>
          </p:nvPr>
        </p:nvSpPr>
        <p:spPr>
          <a:xfrm>
            <a:off x="281981" y="783766"/>
            <a:ext cx="5665665" cy="51131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hoto">
  <p:cSld name="1 Photo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3"/>
          <p:cNvSpPr txBox="1">
            <a:spLocks noGrp="1"/>
          </p:cNvSpPr>
          <p:nvPr>
            <p:ph type="dt" idx="10"/>
          </p:nvPr>
        </p:nvSpPr>
        <p:spPr>
          <a:xfrm>
            <a:off x="8860950" y="6356350"/>
            <a:ext cx="3163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3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3"/>
          <p:cNvSpPr>
            <a:spLocks noGrp="1"/>
          </p:cNvSpPr>
          <p:nvPr>
            <p:ph type="pic" idx="2"/>
          </p:nvPr>
        </p:nvSpPr>
        <p:spPr>
          <a:xfrm>
            <a:off x="275129" y="783774"/>
            <a:ext cx="11628255" cy="51131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4"/>
          <p:cNvSpPr txBox="1">
            <a:spLocks noGrp="1"/>
          </p:cNvSpPr>
          <p:nvPr>
            <p:ph type="dt" idx="10"/>
          </p:nvPr>
        </p:nvSpPr>
        <p:spPr>
          <a:xfrm>
            <a:off x="8860950" y="6356350"/>
            <a:ext cx="3163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44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>
            <a:spLocks noGrp="1"/>
          </p:cNvSpPr>
          <p:nvPr>
            <p:ph type="title"/>
          </p:nvPr>
        </p:nvSpPr>
        <p:spPr>
          <a:xfrm>
            <a:off x="1045029" y="681039"/>
            <a:ext cx="10067728" cy="126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7EE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FAF7E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body" idx="1"/>
          </p:nvPr>
        </p:nvSpPr>
        <p:spPr>
          <a:xfrm>
            <a:off x="1045028" y="2118049"/>
            <a:ext cx="10067729" cy="381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" name="Google Shape;12;p25"/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FAF7E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1045029" y="681039"/>
            <a:ext cx="10067728" cy="126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1045028" y="2118049"/>
            <a:ext cx="10067729" cy="387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664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664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664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4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664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dt" idx="10"/>
          </p:nvPr>
        </p:nvSpPr>
        <p:spPr>
          <a:xfrm>
            <a:off x="8860950" y="6356350"/>
            <a:ext cx="3163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b3rJosh/quantum_computing_cours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/>
          <p:cNvSpPr txBox="1">
            <a:spLocks noGrp="1"/>
          </p:cNvSpPr>
          <p:nvPr>
            <p:ph type="subTitle" idx="1"/>
          </p:nvPr>
        </p:nvSpPr>
        <p:spPr>
          <a:xfrm>
            <a:off x="1066799" y="4790038"/>
            <a:ext cx="9896669" cy="937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F7EE"/>
              </a:buClr>
              <a:buSzPts val="2400"/>
              <a:buNone/>
            </a:pPr>
            <a:r>
              <a:rPr lang="en-US" dirty="0"/>
              <a:t>Presented by: </a:t>
            </a:r>
            <a:r>
              <a:rPr lang="en-US" b="1" dirty="0"/>
              <a:t>Joshua M Maldonado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F7EE"/>
              </a:buClr>
              <a:buSzPts val="1200"/>
              <a:buNone/>
            </a:pPr>
            <a:r>
              <a:rPr lang="en-US" sz="1200" dirty="0"/>
              <a:t>		   jm998521@ohio.edu</a:t>
            </a:r>
            <a:endParaRPr dirty="0"/>
          </a:p>
        </p:txBody>
      </p:sp>
      <p:sp>
        <p:nvSpPr>
          <p:cNvPr id="113" name="Google Shape;113;p1"/>
          <p:cNvSpPr txBox="1">
            <a:spLocks noGrp="1"/>
          </p:cNvSpPr>
          <p:nvPr>
            <p:ph type="title"/>
          </p:nvPr>
        </p:nvSpPr>
        <p:spPr>
          <a:xfrm>
            <a:off x="1045029" y="681038"/>
            <a:ext cx="10067728" cy="4108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z="5400" b="1" dirty="0"/>
              <a:t>Variational Quantum Eigensolver and Near Quantum Advantage</a:t>
            </a:r>
            <a:endParaRPr sz="54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4" name="Google Shape;114;p1"/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5" name="Google Shape;115;p1"/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9F1BBE90-22BF-3D88-46B7-C787AD489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>
            <a:extLst>
              <a:ext uri="{FF2B5EF4-FFF2-40B4-BE49-F238E27FC236}">
                <a16:creationId xmlns:a16="http://schemas.microsoft.com/office/drawing/2014/main" id="{A91CC342-D34F-AFE3-90D9-5A2A5EC6B9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4350" y="1624274"/>
            <a:ext cx="10077000" cy="4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2200"/>
              <a:buFont typeface="Arial" panose="020B0604020202020204" pitchFamily="34" charset="0"/>
              <a:buChar char="•"/>
            </a:pPr>
            <a:r>
              <a:rPr lang="en-US" dirty="0"/>
              <a:t>How do Eigensolvers work?</a:t>
            </a:r>
          </a:p>
          <a:p>
            <a:pPr lvl="1">
              <a:spcAft>
                <a:spcPts val="1500"/>
              </a:spcAft>
              <a:buSzPts val="2200"/>
              <a:buFont typeface="Arial" panose="020B0604020202020204" pitchFamily="34" charset="0"/>
              <a:buChar char="•"/>
            </a:pPr>
            <a:r>
              <a:rPr lang="en-US" dirty="0"/>
              <a:t>Example with Toy Problem</a:t>
            </a:r>
          </a:p>
          <a:p>
            <a:pPr>
              <a:spcBef>
                <a:spcPts val="15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dirty="0"/>
              <a:t>What is a Variational Quantum Eigensolver (VQE)?</a:t>
            </a:r>
          </a:p>
          <a:p>
            <a:pPr lvl="1">
              <a:spcAft>
                <a:spcPts val="1500"/>
              </a:spcAft>
              <a:buSzPts val="2200"/>
              <a:buFont typeface="Arial" panose="020B0604020202020204" pitchFamily="34" charset="0"/>
              <a:buChar char="•"/>
            </a:pPr>
            <a:r>
              <a:rPr lang="en-US" dirty="0"/>
              <a:t>Example with Toy Problem</a:t>
            </a:r>
          </a:p>
          <a:p>
            <a:pPr lvl="1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dirty="0"/>
              <a:t>Advantages and Disadvantages</a:t>
            </a:r>
          </a:p>
          <a:p>
            <a:pPr>
              <a:spcBef>
                <a:spcPts val="15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dirty="0"/>
              <a:t>How close are we to ”Quantum Advantage”</a:t>
            </a:r>
          </a:p>
          <a:p>
            <a:pPr lvl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22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349B4E62-F951-C0DA-4381-25771BB1CE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9038" y="683900"/>
            <a:ext cx="100677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4000"/>
              <a:buFont typeface="Arial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Outline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C73ADA91-AD9B-D943-80B1-23A3CDA5EFB4}"/>
              </a:ext>
            </a:extLst>
          </p:cNvPr>
          <p:cNvSpPr txBox="1"/>
          <p:nvPr/>
        </p:nvSpPr>
        <p:spPr>
          <a:xfrm>
            <a:off x="0" y="0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9937607F-81BB-A413-22B4-53E76BEE6A7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307A6B6B-10EE-C7C7-3644-EA7D29F8372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55C78A-E421-93AA-F321-95E76D409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798" y="153900"/>
            <a:ext cx="4251251" cy="200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225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F7D8A7F3-8501-F991-3AA7-DEDFC849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8294B604-0067-295E-D76B-0BDFD3F7651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054350" y="1624274"/>
                <a:ext cx="10077000" cy="438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algn="l" rtl="0">
                  <a:lnSpc>
                    <a:spcPct val="115000"/>
                  </a:lnSpc>
                  <a:spcAft>
                    <a:spcPts val="500"/>
                  </a:spcAft>
                  <a:buSzPts val="2200"/>
                  <a:buFont typeface="Arial" panose="020B0604020202020204" pitchFamily="34" charset="0"/>
                  <a:buChar char="•"/>
                </a:pPr>
                <a:r>
                  <a:rPr lang="en-US" dirty="0"/>
                  <a:t>The classic eigenvalue problem:</a:t>
                </a:r>
              </a:p>
              <a:p>
                <a:pPr marL="88900" indent="0" algn="ctr">
                  <a:spcBef>
                    <a:spcPts val="500"/>
                  </a:spcBef>
                  <a:spcAft>
                    <a:spcPts val="1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|</m:t>
                      </m:r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lvl="0" algn="l" rtl="0">
                  <a:lnSpc>
                    <a:spcPct val="115000"/>
                  </a:lnSpc>
                  <a:spcAft>
                    <a:spcPts val="500"/>
                  </a:spcAft>
                  <a:buSzPts val="2200"/>
                  <a:buFont typeface="Arial" panose="020B0604020202020204" pitchFamily="34" charset="0"/>
                  <a:buChar char="•"/>
                </a:pPr>
                <a:r>
                  <a:rPr lang="en-US" dirty="0"/>
                  <a:t>Several ways to solve, the “easiest” for a person: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0</a:t>
                </a:r>
              </a:p>
              <a:p>
                <a:pPr lvl="1">
                  <a:spcBef>
                    <a:spcPts val="0"/>
                  </a:spcBef>
                  <a:spcAft>
                    <a:spcPts val="1500"/>
                  </a:spcAft>
                  <a:buSzPts val="2200"/>
                  <a:buFont typeface="Arial" panose="020B0604020202020204" pitchFamily="34" charset="0"/>
                  <a:buChar char="•"/>
                </a:pPr>
                <a:r>
                  <a:rPr lang="en-US" dirty="0"/>
                  <a:t>This is </a:t>
                </a:r>
                <a:r>
                  <a:rPr lang="en-US" i="1" dirty="0"/>
                  <a:t>computationally horrible </a:t>
                </a:r>
                <a:r>
                  <a:rPr lang="en-US" dirty="0"/>
                  <a:t>for large matrices, and very quickly leads to numerical instability</a:t>
                </a:r>
              </a:p>
              <a:p>
                <a:pPr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Numerically, computers employ other methods based on whether the matrix is dense or sparse and Hermitian or not:</a:t>
                </a:r>
              </a:p>
              <a:p>
                <a:pPr lvl="1">
                  <a:spcBef>
                    <a:spcPts val="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Iterative QR algorithm, for dense matrices [1]</a:t>
                </a:r>
              </a:p>
              <a:p>
                <a:pPr lvl="1">
                  <a:spcBef>
                    <a:spcPts val="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Krylov subspace projection methods for sparse, Hermitian matrices [2]</a:t>
                </a:r>
              </a:p>
              <a:p>
                <a:pPr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lvl="1">
                  <a:spcBef>
                    <a:spcPts val="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8294B604-0067-295E-D76B-0BDFD3F7651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54350" y="1624274"/>
                <a:ext cx="10077000" cy="4388400"/>
              </a:xfrm>
              <a:prstGeom prst="rect">
                <a:avLst/>
              </a:prstGeom>
              <a:blipFill>
                <a:blip r:embed="rId3"/>
                <a:stretch>
                  <a:fillRect t="-8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B6C501A2-C98F-7075-7598-CD30994510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9038" y="683900"/>
            <a:ext cx="100677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4000"/>
              <a:buFont typeface="Arial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How do Eigensolvers Work?</a:t>
            </a: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12A769F7-8EAC-B368-318D-ED3899FAD83E}"/>
              </a:ext>
            </a:extLst>
          </p:cNvPr>
          <p:cNvSpPr txBox="1"/>
          <p:nvPr/>
        </p:nvSpPr>
        <p:spPr>
          <a:xfrm>
            <a:off x="0" y="0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F3D0F0C3-2E63-9F08-CBAC-7E2F2BFF54D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07139015-A840-A5B6-D297-855CC3D45B3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19578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8D93D525-9119-3C62-9153-BA25BB497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32694B87-DC15-3E31-0D06-7CDF14FBF9B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09024" y="1624274"/>
                <a:ext cx="5186996" cy="438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algn="l" rtl="0">
                  <a:lnSpc>
                    <a:spcPct val="115000"/>
                  </a:lnSpc>
                  <a:spcAft>
                    <a:spcPts val="500"/>
                  </a:spcAft>
                  <a:buSzPts val="2200"/>
                  <a:buFont typeface="Arial" panose="020B0604020202020204" pitchFamily="34" charset="0"/>
                  <a:buChar char="•"/>
                </a:pPr>
                <a:r>
                  <a:rPr lang="en-US" dirty="0"/>
                  <a:t>Example of 1D harmonic oscillator:</a:t>
                </a:r>
              </a:p>
              <a:p>
                <a:pPr lvl="0" algn="l" rtl="0">
                  <a:lnSpc>
                    <a:spcPct val="115000"/>
                  </a:lnSpc>
                  <a:spcAft>
                    <a:spcPts val="500"/>
                  </a:spcAft>
                  <a:buSzPts val="2200"/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88900" indent="0" algn="ctr"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m:rPr>
                          <m:nor/>
                        </m:rPr>
                        <a:rPr lang="en-US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̂"/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en-US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2 </m:t>
                          </m:r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88900" indent="0" algn="ctr">
                  <a:spcAft>
                    <a:spcPts val="500"/>
                  </a:spcAft>
                  <a:buNone/>
                </a:pPr>
                <a:endParaRPr lang="en-US" sz="1000" i="1" dirty="0">
                  <a:latin typeface="Cambria Math" panose="02040503050406030204" pitchFamily="18" charset="0"/>
                </a:endParaRPr>
              </a:p>
              <a:p>
                <a:pPr marL="88900" indent="0" algn="ctr"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|</m:t>
                      </m:r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32694B87-DC15-3E31-0D06-7CDF14FBF9B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09024" y="1624274"/>
                <a:ext cx="5186996" cy="4388400"/>
              </a:xfrm>
              <a:prstGeom prst="rect">
                <a:avLst/>
              </a:prstGeom>
              <a:blipFill>
                <a:blip r:embed="rId3"/>
                <a:stretch>
                  <a:fillRect t="-2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CE6A1FCA-BDC5-8A46-C1EC-4DF771981E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9024" y="632536"/>
            <a:ext cx="5089971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4000"/>
              <a:buFont typeface="Arial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Eigensolver Example</a:t>
            </a: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E4B9AF41-BEA0-BA15-B59D-2986CCBDF9BC}"/>
              </a:ext>
            </a:extLst>
          </p:cNvPr>
          <p:cNvSpPr txBox="1"/>
          <p:nvPr/>
        </p:nvSpPr>
        <p:spPr>
          <a:xfrm>
            <a:off x="0" y="0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1D9D6EA4-7F62-A395-A4C5-17A3F0B14D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3B6AF9D0-80EB-A2FF-9BFB-4AA9455C523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A6E341-529B-2B4E-FFCC-D361B27DE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982" y="504945"/>
            <a:ext cx="5828067" cy="522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21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AC035B9C-2C42-52A6-9D0E-5D9755644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370DA903-4048-C1CC-D90B-9B3F98EC5F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9038" y="683900"/>
            <a:ext cx="100677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4000"/>
              <a:buFont typeface="Arial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Eigensolver Code Output (first 6 modes)</a:t>
            </a: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30EDF2D6-B538-1FC0-760F-D698EECBE01E}"/>
              </a:ext>
            </a:extLst>
          </p:cNvPr>
          <p:cNvSpPr txBox="1"/>
          <p:nvPr/>
        </p:nvSpPr>
        <p:spPr>
          <a:xfrm>
            <a:off x="0" y="0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DA726ADC-C383-4501-0EC4-B48D22D3728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81E6E5BB-ED06-3A08-6483-EAD24F92D6A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8491FC-2D3D-F0D3-BE97-5AA7A4118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39" y="1833011"/>
            <a:ext cx="10852298" cy="387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080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DE0BB29C-7A42-05A6-6289-832FB75FB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7731507B-AE83-741B-A9FD-E8BD038E3FA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054350" y="1624274"/>
                <a:ext cx="10077000" cy="47320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algn="l" rtl="0">
                  <a:lnSpc>
                    <a:spcPct val="115000"/>
                  </a:lnSpc>
                  <a:spcAft>
                    <a:spcPts val="1500"/>
                  </a:spcAft>
                  <a:buSzPts val="2200"/>
                  <a:buFont typeface="Arial" panose="020B0604020202020204" pitchFamily="34" charset="0"/>
                  <a:buChar char="•"/>
                </a:pPr>
                <a:r>
                  <a:rPr lang="en-US" dirty="0"/>
                  <a:t>“Variational” meaning “start with educated guess” and iteratively refine</a:t>
                </a:r>
              </a:p>
              <a:p>
                <a:pPr lvl="0" algn="l" rtl="0">
                  <a:lnSpc>
                    <a:spcPct val="115000"/>
                  </a:lnSpc>
                  <a:spcAft>
                    <a:spcPts val="500"/>
                  </a:spcAft>
                  <a:buSzPts val="2200"/>
                  <a:buFont typeface="Arial" panose="020B0604020202020204" pitchFamily="34" charset="0"/>
                  <a:buChar char="•"/>
                </a:pPr>
                <a:r>
                  <a:rPr lang="en-US" b="1" dirty="0"/>
                  <a:t>Needs four things:</a:t>
                </a:r>
              </a:p>
              <a:p>
                <a:pPr marL="1016000" lvl="1" indent="-457200">
                  <a:spcBef>
                    <a:spcPts val="0"/>
                  </a:spcBef>
                  <a:spcAft>
                    <a:spcPts val="500"/>
                  </a:spcAft>
                  <a:buSzPts val="2200"/>
                  <a:buFont typeface="+mj-lt"/>
                  <a:buAutoNum type="arabicPeriod"/>
                </a:pPr>
                <a:r>
                  <a:rPr lang="en-US" dirty="0"/>
                  <a:t>An operator that you care about,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1016000" lvl="1" indent="-457200">
                  <a:spcBef>
                    <a:spcPts val="0"/>
                  </a:spcBef>
                  <a:spcAft>
                    <a:spcPts val="500"/>
                  </a:spcAft>
                  <a:buSzPts val="2200"/>
                  <a:buFont typeface="+mj-lt"/>
                  <a:buAutoNum type="arabicPeriod"/>
                </a:pPr>
                <a:r>
                  <a:rPr lang="en-US" dirty="0"/>
                  <a:t>An initial guess with a </a:t>
                </a:r>
                <a:r>
                  <a:rPr lang="en-US" i="1" dirty="0"/>
                  <a:t>parameterized</a:t>
                </a:r>
                <a:r>
                  <a:rPr lang="en-US" dirty="0"/>
                  <a:t> wavefunction,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guess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1473200" lvl="2" indent="-457200">
                  <a:spcBef>
                    <a:spcPts val="0"/>
                  </a:spcBef>
                  <a:spcAft>
                    <a:spcPts val="500"/>
                  </a:spcAft>
                  <a:buSzPts val="2200"/>
                  <a:buFont typeface="Wingdings" pitchFamily="2" charset="2"/>
                  <a:buChar char="§"/>
                </a:pPr>
                <a:r>
                  <a:rPr lang="en-US" dirty="0">
                    <a:ea typeface="Cambria Math" panose="02040503050406030204" pitchFamily="18" charset="0"/>
                  </a:rPr>
                  <a:t>Each parameter is associated with a quantum gate</a:t>
                </a:r>
              </a:p>
              <a:p>
                <a:pPr marL="1016000" lvl="1" indent="-457200">
                  <a:spcBef>
                    <a:spcPts val="0"/>
                  </a:spcBef>
                  <a:spcAft>
                    <a:spcPts val="500"/>
                  </a:spcAft>
                  <a:buSzPts val="2200"/>
                  <a:buFont typeface="+mj-lt"/>
                  <a:buAutoNum type="arabicPeriod"/>
                </a:pPr>
                <a:r>
                  <a:rPr lang="en-US" dirty="0"/>
                  <a:t>An estimator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1016000" lvl="1" indent="-457200">
                  <a:spcBef>
                    <a:spcPts val="0"/>
                  </a:spcBef>
                  <a:spcAft>
                    <a:spcPts val="500"/>
                  </a:spcAft>
                  <a:buSzPts val="2200"/>
                  <a:buFont typeface="+mj-lt"/>
                  <a:buAutoNum type="arabicPeriod"/>
                </a:pPr>
                <a:r>
                  <a:rPr lang="en-US" dirty="0"/>
                  <a:t>An optimizer to minimize the energy,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101600" indent="0">
                  <a:spcAft>
                    <a:spcPts val="500"/>
                  </a:spcAft>
                  <a:buNone/>
                </a:pPr>
                <a:endParaRPr lang="en-US" dirty="0"/>
              </a:p>
              <a:p>
                <a:pPr marL="558800" indent="-457200">
                  <a:spcAft>
                    <a:spcPts val="500"/>
                  </a:spcAft>
                </a:pPr>
                <a:r>
                  <a:rPr lang="en-US" dirty="0"/>
                  <a:t>Steps (</a:t>
                </a:r>
                <a:r>
                  <a:rPr lang="en-US" sz="2000" dirty="0"/>
                  <a:t>3 and</a:t>
                </a:r>
                <a:r>
                  <a:rPr lang="en-US" dirty="0"/>
                  <a:t>) 4 means that this is a </a:t>
                </a:r>
                <a:r>
                  <a:rPr lang="en-US" i="1" dirty="0"/>
                  <a:t>hybrid</a:t>
                </a:r>
                <a:r>
                  <a:rPr lang="en-US" dirty="0"/>
                  <a:t> method, requiring both classical and quantum computations</a:t>
                </a:r>
              </a:p>
            </p:txBody>
          </p:sp>
        </mc:Choice>
        <mc:Fallback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7731507B-AE83-741B-A9FD-E8BD038E3FA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54350" y="1624274"/>
                <a:ext cx="10077000" cy="4732076"/>
              </a:xfrm>
              <a:prstGeom prst="rect">
                <a:avLst/>
              </a:prstGeom>
              <a:blipFill>
                <a:blip r:embed="rId3"/>
                <a:stretch>
                  <a:fillRect t="-2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DE85F6C6-88C4-AD5C-7744-858494209A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9038" y="683900"/>
            <a:ext cx="100677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lnSpc>
                <a:spcPct val="100000"/>
              </a:lnSpc>
              <a:buSzPts val="4000"/>
            </a:pPr>
            <a:r>
              <a:rPr lang="en-US" sz="3400" dirty="0">
                <a:latin typeface="Proxima Nova"/>
                <a:ea typeface="Proxima Nova"/>
                <a:cs typeface="Proxima Nova"/>
                <a:sym typeface="Proxima Nova"/>
              </a:rPr>
              <a:t>What is a Variational Quantum Eigensolver (VQE)?</a:t>
            </a: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8F764032-5974-7F7E-F5A3-CC20BBAA07EF}"/>
              </a:ext>
            </a:extLst>
          </p:cNvPr>
          <p:cNvSpPr txBox="1"/>
          <p:nvPr/>
        </p:nvSpPr>
        <p:spPr>
          <a:xfrm>
            <a:off x="0" y="0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C13A49CD-7F07-115F-F01B-23540B6514A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2B2D5DF8-C691-0631-AC1E-7E56AE15A0E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343021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9BC47E1B-2815-36D2-3D65-E648FF2F3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57823FE7-BCCF-8BB7-A27B-EDD37AE6E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9038" y="683900"/>
            <a:ext cx="100677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lnSpc>
                <a:spcPct val="100000"/>
              </a:lnSpc>
              <a:buSzPts val="4000"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What is a Variational Quantum Eigensolver?</a:t>
            </a: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937D5F9B-C3CC-62A8-F6B8-82E028019457}"/>
              </a:ext>
            </a:extLst>
          </p:cNvPr>
          <p:cNvSpPr txBox="1"/>
          <p:nvPr/>
        </p:nvSpPr>
        <p:spPr>
          <a:xfrm>
            <a:off x="0" y="0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3D9B0663-58A0-DAB5-8552-C9A03E8225C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8569867C-6D17-FE23-D4FE-93DE26C5BDE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62B4E4-30B6-FDC3-DEDB-6A5133529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847" y="0"/>
            <a:ext cx="3762153" cy="72349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F1D3EB4-DA26-BAFF-2D27-BC6F13752FA7}"/>
              </a:ext>
            </a:extLst>
          </p:cNvPr>
          <p:cNvGrpSpPr/>
          <p:nvPr/>
        </p:nvGrpSpPr>
        <p:grpSpPr>
          <a:xfrm>
            <a:off x="3221810" y="1664175"/>
            <a:ext cx="5742155" cy="4531799"/>
            <a:chOff x="3221810" y="1664175"/>
            <a:chExt cx="5742155" cy="453179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CF36F35-B7F1-0D1C-A05D-3877C5D03659}"/>
                </a:ext>
              </a:extLst>
            </p:cNvPr>
            <p:cNvGrpSpPr/>
            <p:nvPr/>
          </p:nvGrpSpPr>
          <p:grpSpPr>
            <a:xfrm>
              <a:off x="3221810" y="1664175"/>
              <a:ext cx="5742155" cy="4531799"/>
              <a:chOff x="3221810" y="1664175"/>
              <a:chExt cx="5742155" cy="4531799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B45576E9-884C-66E4-767F-47BEB2541C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1810" y="1664175"/>
                <a:ext cx="5742155" cy="4531799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DC66998-AC71-74C2-A80A-F109415927B1}"/>
                  </a:ext>
                </a:extLst>
              </p:cNvPr>
              <p:cNvSpPr/>
              <p:nvPr/>
            </p:nvSpPr>
            <p:spPr>
              <a:xfrm>
                <a:off x="7352907" y="1951348"/>
                <a:ext cx="1489435" cy="73529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DC42BA5-E96E-825D-A025-0FE20F881A09}"/>
                </a:ext>
              </a:extLst>
            </p:cNvPr>
            <p:cNvCxnSpPr/>
            <p:nvPr/>
          </p:nvCxnSpPr>
          <p:spPr>
            <a:xfrm flipV="1">
              <a:off x="3434317" y="1951348"/>
              <a:ext cx="0" cy="3455582"/>
            </a:xfrm>
            <a:prstGeom prst="straightConnector1">
              <a:avLst/>
            </a:prstGeom>
            <a:ln w="25400">
              <a:solidFill>
                <a:srgbClr val="0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7F1D317-3274-D297-0741-4F7E3A8743BA}"/>
                </a:ext>
              </a:extLst>
            </p:cNvPr>
            <p:cNvSpPr txBox="1"/>
            <p:nvPr/>
          </p:nvSpPr>
          <p:spPr>
            <a:xfrm>
              <a:off x="3221810" y="1717272"/>
              <a:ext cx="7521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Energy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04789B0-A266-F21E-F191-E62591C9E770}"/>
                </a:ext>
              </a:extLst>
            </p:cNvPr>
            <p:cNvCxnSpPr>
              <a:cxnSpLocks/>
            </p:cNvCxnSpPr>
            <p:nvPr/>
          </p:nvCxnSpPr>
          <p:spPr>
            <a:xfrm>
              <a:off x="3434317" y="5406930"/>
              <a:ext cx="2785730" cy="0"/>
            </a:xfrm>
            <a:prstGeom prst="straightConnector1">
              <a:avLst/>
            </a:prstGeom>
            <a:ln w="25400">
              <a:solidFill>
                <a:srgbClr val="0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404FA42-6290-412F-B491-4AF100201628}"/>
                    </a:ext>
                  </a:extLst>
                </p:cNvPr>
                <p:cNvSpPr txBox="1"/>
                <p:nvPr/>
              </p:nvSpPr>
              <p:spPr>
                <a:xfrm>
                  <a:off x="3848196" y="5082546"/>
                  <a:ext cx="1957972" cy="32438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𝑝𝑎𝑟𝑎𝑚𝑒𝑡𝑒𝑟</m:t>
                          </m:r>
                        </m:sub>
                      </m:sSub>
                    </m:oMath>
                  </a14:m>
                  <a:r>
                    <a:rPr lang="en-US" dirty="0"/>
                    <a:t> dimensions</a:t>
                  </a: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404FA42-6290-412F-B491-4AF1002016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8196" y="5082546"/>
                  <a:ext cx="1957972" cy="324384"/>
                </a:xfrm>
                <a:prstGeom prst="rect">
                  <a:avLst/>
                </a:prstGeom>
                <a:blipFill>
                  <a:blip r:embed="rId5"/>
                  <a:stretch>
                    <a:fillRect t="-7692" r="-645" b="-1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554A5CF-B08A-223B-569D-44EFD18BCDA9}"/>
              </a:ext>
            </a:extLst>
          </p:cNvPr>
          <p:cNvSpPr txBox="1"/>
          <p:nvPr/>
        </p:nvSpPr>
        <p:spPr>
          <a:xfrm>
            <a:off x="8334626" y="5980530"/>
            <a:ext cx="12586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Figure adapted from [3]</a:t>
            </a:r>
          </a:p>
        </p:txBody>
      </p:sp>
    </p:spTree>
    <p:extLst>
      <p:ext uri="{BB962C8B-B14F-4D97-AF65-F5344CB8AC3E}">
        <p14:creationId xmlns:p14="http://schemas.microsoft.com/office/powerpoint/2010/main" val="3226527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0A964F07-9796-53CC-A820-DA71B7176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73AF1AF4-9BAC-853B-DF77-F5AE3F96FBA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054350" y="1624274"/>
                <a:ext cx="10077000" cy="47320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algn="l" rtl="0">
                  <a:lnSpc>
                    <a:spcPct val="115000"/>
                  </a:lnSpc>
                  <a:spcAft>
                    <a:spcPts val="500"/>
                  </a:spcAft>
                  <a:buSzPts val="2200"/>
                  <a:buFont typeface="Arial" panose="020B0604020202020204" pitchFamily="34" charset="0"/>
                  <a:buChar char="•"/>
                </a:pPr>
                <a:r>
                  <a:rPr lang="en-US" dirty="0"/>
                  <a:t>What is this method doing?</a:t>
                </a:r>
              </a:p>
              <a:p>
                <a:pPr lvl="1">
                  <a:spcBef>
                    <a:spcPts val="0"/>
                  </a:spcBef>
                  <a:spcAft>
                    <a:spcPts val="500"/>
                  </a:spcAft>
                  <a:buSzPts val="2200"/>
                  <a:buFont typeface="Arial" panose="020B0604020202020204" pitchFamily="34" charset="0"/>
                  <a:buChar char="•"/>
                </a:pPr>
                <a:r>
                  <a:rPr lang="en-US" dirty="0"/>
                  <a:t>Varying the parameters,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, to minimize the resulting energy</a:t>
                </a:r>
              </a:p>
              <a:p>
                <a:pPr lvl="1">
                  <a:spcBef>
                    <a:spcPts val="0"/>
                  </a:spcBef>
                  <a:spcAft>
                    <a:spcPts val="1500"/>
                  </a:spcAft>
                  <a:buSzPts val="2200"/>
                  <a:buFont typeface="Arial" panose="020B0604020202020204" pitchFamily="34" charset="0"/>
                  <a:buChar char="•"/>
                </a:pPr>
                <a:r>
                  <a:rPr lang="en-US" dirty="0"/>
                  <a:t>Some number of iterations later, we have </a:t>
                </a:r>
                <a:r>
                  <a:rPr lang="en-US" i="1" dirty="0"/>
                  <a:t>*hopefully* </a:t>
                </a:r>
                <a:r>
                  <a:rPr lang="en-US" dirty="0"/>
                  <a:t>converged to our minimum eigenvalue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dirty="0"/>
                  <a:t>, </a:t>
                </a:r>
                <a:r>
                  <a:rPr lang="en-US" i="1" dirty="0"/>
                  <a:t>the ground state</a:t>
                </a:r>
              </a:p>
              <a:p>
                <a:pPr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We now have a computational problem with different scaling!</a:t>
                </a:r>
              </a:p>
              <a:p>
                <a:pPr lvl="1">
                  <a:spcBef>
                    <a:spcPts val="0"/>
                  </a:spcBef>
                  <a:spcAft>
                    <a:spcPts val="500"/>
                  </a:spcAft>
                  <a:buSzPts val="2200"/>
                  <a:buFont typeface="Arial" panose="020B0604020202020204" pitchFamily="34" charset="0"/>
                  <a:buChar char="•"/>
                </a:pPr>
                <a:r>
                  <a:rPr lang="en-US" b="1" dirty="0"/>
                  <a:t>Classical Eigensolver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*  in time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*  in space complexity</a:t>
                </a:r>
              </a:p>
              <a:p>
                <a:pPr lvl="1">
                  <a:spcBef>
                    <a:spcPts val="0"/>
                  </a:spcBef>
                  <a:spcAft>
                    <a:spcPts val="500"/>
                  </a:spcAft>
                  <a:buSzPts val="2200"/>
                  <a:buFont typeface="Arial" panose="020B0604020202020204" pitchFamily="34" charset="0"/>
                  <a:buChar char="•"/>
                </a:pPr>
                <a:r>
                  <a:rPr lang="en-US" b="1" dirty="0"/>
                  <a:t>VQE: </a:t>
                </a:r>
                <a:r>
                  <a:rPr lang="en-US" dirty="0"/>
                  <a:t>Time complexity based on estimator and optimizer, but</a:t>
                </a: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bg2"/>
                    </a:solidFill>
                  </a:rPr>
                  <a:t>this has linear,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 space complexity!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[4]</a:t>
                </a:r>
              </a:p>
              <a:p>
                <a:pPr lvl="2">
                  <a:spcBef>
                    <a:spcPts val="0"/>
                  </a:spcBef>
                  <a:spcAft>
                    <a:spcPts val="500"/>
                  </a:spcAft>
                  <a:buSzPts val="2200"/>
                  <a:buFont typeface="Arial" panose="020B0604020202020204" pitchFamily="34" charset="0"/>
                  <a:buChar char="•"/>
                </a:pPr>
                <a:r>
                  <a:rPr lang="en-US" dirty="0"/>
                  <a:t>We’ve even recently improved measurements needed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[5] !</a:t>
                </a:r>
              </a:p>
            </p:txBody>
          </p:sp>
        </mc:Choice>
        <mc:Fallback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73AF1AF4-9BAC-853B-DF77-F5AE3F96FBA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54350" y="1624274"/>
                <a:ext cx="10077000" cy="4732076"/>
              </a:xfrm>
              <a:prstGeom prst="rect">
                <a:avLst/>
              </a:prstGeom>
              <a:blipFill>
                <a:blip r:embed="rId3"/>
                <a:stretch>
                  <a:fillRect t="-267" r="-1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D279BF35-2571-5974-733E-756E91BD18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9038" y="683900"/>
            <a:ext cx="100677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lnSpc>
                <a:spcPct val="100000"/>
              </a:lnSpc>
              <a:buSzPts val="4000"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What is a Variational Quantum Eigensolver?</a:t>
            </a: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61FA68B2-16A0-4209-71B7-7170D873A95C}"/>
              </a:ext>
            </a:extLst>
          </p:cNvPr>
          <p:cNvSpPr txBox="1"/>
          <p:nvPr/>
        </p:nvSpPr>
        <p:spPr>
          <a:xfrm>
            <a:off x="0" y="0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EFACBE1C-F026-D8E7-26B2-527C5739C32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D0EF6CD4-8EE6-FE3D-C9A7-D205F092FEB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0A664F-01C4-000A-125E-D1A469F69E09}"/>
              </a:ext>
            </a:extLst>
          </p:cNvPr>
          <p:cNvSpPr txBox="1"/>
          <p:nvPr/>
        </p:nvSpPr>
        <p:spPr>
          <a:xfrm>
            <a:off x="8220266" y="5866323"/>
            <a:ext cx="3971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2"/>
                </a:solidFill>
              </a:rPr>
              <a:t>*</a:t>
            </a:r>
            <a:r>
              <a:rPr lang="en-US" dirty="0">
                <a:solidFill>
                  <a:srgbClr val="006648"/>
                </a:solidFill>
                <a:latin typeface="Proxima Nova"/>
                <a:sym typeface="Proxima Nova"/>
              </a:rPr>
              <a:t>can be improved a bit for sparse matrices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240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BE0E01DF-2294-A8D4-CBF4-D225B933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90C9F66D-507E-6615-5BE4-35F10BF1A64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09024" y="1452435"/>
                <a:ext cx="11003748" cy="46825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lvl="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Due to length of code, I’ll just describe the steps </a:t>
                </a:r>
                <a:r>
                  <a:rPr lang="en-US" sz="1000" dirty="0"/>
                  <a:t>(code available at </a:t>
                </a:r>
                <a:r>
                  <a:rPr lang="en-US" sz="1000" u="sng" dirty="0">
                    <a:solidFill>
                      <a:srgbClr val="002060"/>
                    </a:solidFill>
                    <a:hlinkClick r:id="rId3"/>
                  </a:rPr>
                  <a:t>https://github.com/Ub3rJosh/quantum_computing_course</a:t>
                </a:r>
                <a:r>
                  <a:rPr lang="en-US" sz="1000" dirty="0"/>
                  <a:t>)</a:t>
                </a:r>
                <a:r>
                  <a:rPr lang="en-US" dirty="0"/>
                  <a:t> </a:t>
                </a:r>
              </a:p>
              <a:p>
                <a:pPr marL="1016000" lvl="1" indent="-457200">
                  <a:spcBef>
                    <a:spcPts val="0"/>
                  </a:spcBef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en-US" sz="1600" dirty="0"/>
                  <a:t>The usual code setup. Notably, I keep the same </a:t>
                </a:r>
                <a:r>
                  <a:rPr lang="en-US" sz="1600" dirty="0">
                    <a:solidFill>
                      <a:srgbClr val="595959"/>
                    </a:solidFill>
                    <a:latin typeface="Andale Mono" panose="020B0509000000000004" pitchFamily="49" charset="0"/>
                  </a:rPr>
                  <a:t>m</a:t>
                </a:r>
                <a:r>
                  <a:rPr lang="en-US" sz="1600" dirty="0"/>
                  <a:t>, </a:t>
                </a:r>
                <a:r>
                  <a:rPr lang="en-US" sz="1600" dirty="0">
                    <a:solidFill>
                      <a:srgbClr val="595959"/>
                    </a:solidFill>
                    <a:latin typeface="Andale Mono" panose="020B0509000000000004" pitchFamily="49" charset="0"/>
                  </a:rPr>
                  <a:t>omega</a:t>
                </a:r>
                <a:r>
                  <a:rPr lang="en-US" sz="1600" dirty="0"/>
                  <a:t>, </a:t>
                </a:r>
                <a:r>
                  <a:rPr lang="en-US" sz="1600" dirty="0">
                    <a:solidFill>
                      <a:srgbClr val="595959"/>
                    </a:solidFill>
                    <a:latin typeface="Andale Mono" panose="020B0509000000000004" pitchFamily="49" charset="0"/>
                  </a:rPr>
                  <a:t>x</a:t>
                </a:r>
                <a:r>
                  <a:rPr lang="en-US" sz="1600" dirty="0"/>
                  <a:t>, and </a:t>
                </a:r>
                <a:r>
                  <a:rPr lang="en-US" sz="1600" dirty="0">
                    <a:solidFill>
                      <a:srgbClr val="595959"/>
                    </a:solidFill>
                    <a:latin typeface="Andale Mono" panose="020B0509000000000004" pitchFamily="49" charset="0"/>
                  </a:rPr>
                  <a:t>n</a:t>
                </a:r>
                <a:r>
                  <a:rPr lang="en-US" sz="1600" dirty="0"/>
                  <a:t> the same as the classical example</a:t>
                </a:r>
              </a:p>
              <a:p>
                <a:pPr marL="1016000" lvl="1" indent="-457200">
                  <a:spcBef>
                    <a:spcPts val="0"/>
                  </a:spcBef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en-US" sz="1600" dirty="0"/>
                  <a:t>Next, we turn to expressing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en-US" sz="1600" dirty="0"/>
                  <a:t> on (simulated) quantum hardware</a:t>
                </a:r>
              </a:p>
              <a:p>
                <a:pPr marL="1473200" lvl="2" indent="-457200">
                  <a:spcBef>
                    <a:spcPts val="0"/>
                  </a:spcBef>
                  <a:spcAft>
                    <a:spcPts val="1000"/>
                  </a:spcAft>
                  <a:buFont typeface="+mj-lt"/>
                  <a:buAutoNum type="alphaLcParenR"/>
                </a:pPr>
                <a:r>
                  <a:rPr lang="en-US" sz="1400" dirty="0"/>
                  <a:t>Need the number of qubits: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e>
                    </m:func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1400" dirty="0"/>
                  <a:t> qubits  </a:t>
                </a:r>
              </a:p>
              <a:p>
                <a:pPr marL="1473200" lvl="2" indent="-457200">
                  <a:spcBef>
                    <a:spcPts val="0"/>
                  </a:spcBef>
                  <a:spcAft>
                    <a:spcPts val="1000"/>
                  </a:spcAft>
                  <a:buFont typeface="+mj-lt"/>
                  <a:buAutoNum type="alphaLcParenR"/>
                </a:pPr>
                <a:r>
                  <a:rPr lang="en-US" sz="1400" dirty="0"/>
                  <a:t>Need to express in terms of </a:t>
                </a:r>
                <a:r>
                  <a:rPr lang="en-US" sz="1400" dirty="0" err="1"/>
                  <a:t>pauli</a:t>
                </a:r>
                <a:r>
                  <a:rPr lang="en-US" sz="1400" dirty="0"/>
                  <a:t> matrices: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149</m:t>
                    </m:r>
                  </m:oMath>
                </a14:m>
                <a:r>
                  <a:rPr lang="en-US" sz="1400" dirty="0"/>
                  <a:t> different terms</a:t>
                </a:r>
              </a:p>
              <a:p>
                <a:pPr marL="1644650" lvl="3" indent="-171450">
                  <a:spcBef>
                    <a:spcPts val="0"/>
                  </a:spcBef>
                  <a:spcAft>
                    <a:spcPts val="1000"/>
                  </a:spcAft>
                  <a:buFont typeface="Wingdings" pitchFamily="2" charset="2"/>
                  <a:buChar char="§"/>
                </a:pPr>
                <a:r>
                  <a:rPr lang="en-US" sz="1200" dirty="0"/>
                  <a:t>This means that I have 149 </a:t>
                </a:r>
                <a:r>
                  <a:rPr lang="en-US" sz="1200" i="1" dirty="0"/>
                  <a:t>measurements</a:t>
                </a:r>
                <a:r>
                  <a:rPr lang="en-US" sz="1200" dirty="0"/>
                  <a:t> per optimization step</a:t>
                </a:r>
              </a:p>
              <a:p>
                <a:pPr marL="1358900" lvl="2">
                  <a:spcBef>
                    <a:spcPts val="0"/>
                  </a:spcBef>
                  <a:spcAft>
                    <a:spcPts val="1000"/>
                  </a:spcAft>
                  <a:buFont typeface="+mj-lt"/>
                  <a:buAutoNum type="alphaLcParenR"/>
                </a:pPr>
                <a:r>
                  <a:rPr lang="en-US" sz="1400" dirty="0"/>
                  <a:t>Look at the dimensionality of parameter space for wavefunction,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endParaRPr lang="en-US" sz="1400" dirty="0">
                  <a:ea typeface="Cambria Math" panose="02040503050406030204" pitchFamily="18" charset="0"/>
                </a:endParaRPr>
              </a:p>
              <a:p>
                <a:pPr marL="1816100" lvl="3">
                  <a:spcBef>
                    <a:spcPts val="0"/>
                  </a:spcBef>
                  <a:spcAft>
                    <a:spcPts val="1000"/>
                  </a:spcAft>
                  <a:buFont typeface="Wingdings" pitchFamily="2" charset="2"/>
                  <a:buChar char="§"/>
                </a:pPr>
                <a:r>
                  <a:rPr lang="en-US" sz="1200" dirty="0">
                    <a:ea typeface="Cambria Math" panose="02040503050406030204" pitchFamily="18" charset="0"/>
                  </a:rPr>
                  <a:t>(parameterized “layers”) x (rotations per qubits) x (qubit) = </a:t>
                </a:r>
                <a14:m>
                  <m:oMath xmlns:m="http://schemas.openxmlformats.org/officeDocument/2006/math">
                    <m: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∙2 ∙7=42</m:t>
                    </m:r>
                  </m:oMath>
                </a14:m>
                <a:r>
                  <a:rPr lang="en-US" sz="1200" dirty="0">
                    <a:ea typeface="Cambria Math" panose="02040503050406030204" pitchFamily="18" charset="0"/>
                  </a:rPr>
                  <a:t> parameters to define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sz="1200" dirty="0">
                    <a:ea typeface="Cambria Math" panose="02040503050406030204" pitchFamily="18" charset="0"/>
                  </a:rPr>
                  <a:t> (explained more on next slide)</a:t>
                </a:r>
              </a:p>
              <a:p>
                <a:pPr marL="901700" lvl="1">
                  <a:spcBef>
                    <a:spcPts val="0"/>
                  </a:spcBef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en-US" sz="1600" dirty="0">
                    <a:ea typeface="Cambria Math" panose="02040503050406030204" pitchFamily="18" charset="0"/>
                  </a:rPr>
                  <a:t>Iterations!</a:t>
                </a:r>
              </a:p>
              <a:p>
                <a:pPr marL="1358900" lvl="2">
                  <a:spcBef>
                    <a:spcPts val="0"/>
                  </a:spcBef>
                  <a:spcAft>
                    <a:spcPts val="1000"/>
                  </a:spcAft>
                  <a:buFont typeface="+mj-lt"/>
                  <a:buAutoNum type="alphaLcParenR"/>
                </a:pPr>
                <a:r>
                  <a:rPr lang="en-US" sz="1400" dirty="0">
                    <a:ea typeface="Cambria Math" panose="02040503050406030204" pitchFamily="18" charset="0"/>
                  </a:rPr>
                  <a:t>Perform all 149 measurements per iteration</a:t>
                </a:r>
              </a:p>
              <a:p>
                <a:pPr marL="1358900" lvl="2">
                  <a:spcBef>
                    <a:spcPts val="0"/>
                  </a:spcBef>
                  <a:spcAft>
                    <a:spcPts val="1000"/>
                  </a:spcAft>
                  <a:buFont typeface="+mj-lt"/>
                  <a:buAutoNum type="alphaLcParenR"/>
                </a:pPr>
                <a:r>
                  <a:rPr lang="en-US" sz="1400" dirty="0">
                    <a:ea typeface="Cambria Math" panose="02040503050406030204" pitchFamily="18" charset="0"/>
                  </a:rPr>
                  <a:t>Estimate energy and slide ”down” in the energy landscape, tuning the parameters as we go</a:t>
                </a:r>
              </a:p>
              <a:p>
                <a:pPr marL="1358900" lvl="2">
                  <a:spcBef>
                    <a:spcPts val="0"/>
                  </a:spcBef>
                  <a:spcAft>
                    <a:spcPts val="1000"/>
                  </a:spcAft>
                  <a:buFont typeface="+mj-lt"/>
                  <a:buAutoNum type="alphaLcParenR"/>
                </a:pPr>
                <a:r>
                  <a:rPr lang="en-US" sz="1400" dirty="0">
                    <a:ea typeface="Cambria Math" panose="02040503050406030204" pitchFamily="18" charset="0"/>
                  </a:rPr>
                  <a:t>go to (a) </a:t>
                </a:r>
                <a:r>
                  <a:rPr lang="en-US" sz="1400" dirty="0" err="1">
                    <a:solidFill>
                      <a:srgbClr val="595959"/>
                    </a:solidFill>
                    <a:latin typeface="Andale Mono" panose="020B0509000000000004" pitchFamily="49" charset="0"/>
                    <a:ea typeface="Cambria Math" panose="02040503050406030204" pitchFamily="18" charset="0"/>
                  </a:rPr>
                  <a:t>max_iter</a:t>
                </a:r>
                <a:r>
                  <a:rPr lang="en-US" sz="1400" dirty="0">
                    <a:ea typeface="Cambria Math" panose="02040503050406030204" pitchFamily="18" charset="0"/>
                  </a:rPr>
                  <a:t> times</a:t>
                </a:r>
              </a:p>
              <a:p>
                <a:pPr marL="901700" lvl="1" indent="-342900">
                  <a:spcBef>
                    <a:spcPts val="0"/>
                  </a:spcBef>
                  <a:spcAft>
                    <a:spcPts val="500"/>
                  </a:spcAft>
                  <a:buFont typeface="+mj-lt"/>
                  <a:buAutoNum type="arabicPeriod"/>
                </a:pPr>
                <a:endParaRPr lang="en-US" sz="160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90C9F66D-507E-6615-5BE4-35F10BF1A64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09024" y="1452435"/>
                <a:ext cx="11003748" cy="4682551"/>
              </a:xfrm>
              <a:prstGeom prst="rect">
                <a:avLst/>
              </a:prstGeom>
              <a:blipFill>
                <a:blip r:embed="rId4"/>
                <a:stretch>
                  <a:fillRect t="-8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FBD7C4A8-F40F-3B15-3B45-311536128D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9024" y="632536"/>
            <a:ext cx="8356241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4000"/>
              <a:buFont typeface="Arial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VQE Example (kind of)</a:t>
            </a: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459D8F9B-12AA-EDCE-3AB8-3F8E4F88A107}"/>
              </a:ext>
            </a:extLst>
          </p:cNvPr>
          <p:cNvSpPr txBox="1"/>
          <p:nvPr/>
        </p:nvSpPr>
        <p:spPr>
          <a:xfrm>
            <a:off x="0" y="0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8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74002EAB-4D2F-33B5-0B79-8D7D974AF3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89B031AC-FB7C-1E45-E811-3579AFB251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98AC95-C51D-761C-95EC-89A8BDD8C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9814" y="307800"/>
            <a:ext cx="3664688" cy="6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067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DAD201EF-4C4B-2E5C-C497-3F95FEE04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DD390FF2-2ECC-662D-835D-367373C30D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9024" y="632536"/>
            <a:ext cx="9206846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4000"/>
              <a:buFont typeface="Arial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VQE Example Circuit 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(thanks </a:t>
            </a:r>
            <a:r>
              <a:rPr lang="en-US" sz="2400" dirty="0" err="1">
                <a:solidFill>
                  <a:srgbClr val="595959"/>
                </a:solidFill>
                <a:latin typeface="Andale Mono" panose="020B0509000000000004" pitchFamily="49" charset="0"/>
                <a:ea typeface="Proxima Nova"/>
                <a:cs typeface="Proxima Nova"/>
                <a:sym typeface="Proxima Nova"/>
              </a:rPr>
              <a:t>pennylane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)</a:t>
            </a: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5E77221C-F875-3129-1087-19BE9BA44929}"/>
              </a:ext>
            </a:extLst>
          </p:cNvPr>
          <p:cNvSpPr txBox="1"/>
          <p:nvPr/>
        </p:nvSpPr>
        <p:spPr>
          <a:xfrm>
            <a:off x="0" y="0"/>
            <a:ext cx="401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9</a:t>
            </a:r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54E5CC4A-5E25-4AAB-9EAC-BF0701609CA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3857D32B-B615-4403-9AD7-C8E8012ECD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37152F-F0D3-823A-06A0-6FD2FFEC3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828" y="1593375"/>
            <a:ext cx="9452344" cy="44481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96E80D-E7EB-C844-C957-84DF51B5752B}"/>
                  </a:ext>
                </a:extLst>
              </p:cNvPr>
              <p:cNvSpPr txBox="1"/>
              <p:nvPr/>
            </p:nvSpPr>
            <p:spPr>
              <a:xfrm>
                <a:off x="2492892" y="5832769"/>
                <a:ext cx="7206216" cy="285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indent="-330200">
                  <a:lnSpc>
                    <a:spcPct val="115000"/>
                  </a:lnSpc>
                  <a:spcAft>
                    <a:spcPts val="1000"/>
                  </a:spcAft>
                  <a:buClr>
                    <a:srgbClr val="006649"/>
                  </a:buClr>
                  <a:buSzPts val="1600"/>
                  <a:buFont typeface="Wingdings" pitchFamily="2" charset="2"/>
                  <a:buChar char="§"/>
                </a:pPr>
                <a:r>
                  <a:rPr lang="en-US" sz="1200" dirty="0">
                    <a:solidFill>
                      <a:srgbClr val="006649"/>
                    </a:solidFill>
                    <a:latin typeface="Proxima Nova"/>
                    <a:ea typeface="Cambria Math" panose="02040503050406030204" pitchFamily="18" charset="0"/>
                    <a:sym typeface="Proxima Nova"/>
                  </a:rPr>
                  <a:t>(parameterized “layers”) x (rotations per qubits) x (qubit) = </a:t>
                </a:r>
                <a14:m>
                  <m:oMath xmlns:m="http://schemas.openxmlformats.org/officeDocument/2006/math">
                    <m:r>
                      <a:rPr lang="en-US" sz="1200">
                        <a:solidFill>
                          <a:srgbClr val="00664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Proxima Nova"/>
                      </a:rPr>
                      <m:t>3 </m:t>
                    </m:r>
                    <m:r>
                      <a:rPr lang="en-US" sz="1200" i="1" smtClean="0">
                        <a:solidFill>
                          <a:srgbClr val="00664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Proxima Nova"/>
                      </a:rPr>
                      <m:t>∙</m:t>
                    </m:r>
                    <m:r>
                      <a:rPr lang="en-US" sz="1200" i="1">
                        <a:solidFill>
                          <a:srgbClr val="00664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Proxima Nova"/>
                      </a:rPr>
                      <m:t>2 ∙7=42</m:t>
                    </m:r>
                  </m:oMath>
                </a14:m>
                <a:r>
                  <a:rPr lang="en-US" sz="1200" dirty="0">
                    <a:solidFill>
                      <a:srgbClr val="006649"/>
                    </a:solidFill>
                    <a:latin typeface="Proxima Nova"/>
                    <a:ea typeface="Cambria Math" panose="02040503050406030204" pitchFamily="18" charset="0"/>
                    <a:sym typeface="Proxima Nova"/>
                  </a:rPr>
                  <a:t> parameters to define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06649"/>
                        </a:solidFill>
                        <a:latin typeface="Cambria Math" panose="02040503050406030204" pitchFamily="18" charset="0"/>
                        <a:sym typeface="Proxima Nova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1200" i="1">
                            <a:solidFill>
                              <a:srgbClr val="006649"/>
                            </a:solidFill>
                            <a:latin typeface="Cambria Math" panose="02040503050406030204" pitchFamily="18" charset="0"/>
                            <a:sym typeface="Proxima Nova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rgbClr val="00664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Proxima Nova"/>
                          </a:rPr>
                          <m:t>𝜓</m:t>
                        </m:r>
                      </m:e>
                    </m:d>
                  </m:oMath>
                </a14:m>
                <a:endParaRPr lang="en-US" sz="1200" dirty="0">
                  <a:solidFill>
                    <a:srgbClr val="006649"/>
                  </a:solidFill>
                  <a:latin typeface="Proxima Nova"/>
                  <a:ea typeface="Cambria Math" panose="02040503050406030204" pitchFamily="18" charset="0"/>
                  <a:sym typeface="Proxima Nova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96E80D-E7EB-C844-C957-84DF51B57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892" y="5832769"/>
                <a:ext cx="7206216" cy="285912"/>
              </a:xfrm>
              <a:prstGeom prst="rect">
                <a:avLst/>
              </a:prstGeom>
              <a:blipFill>
                <a:blip r:embed="rId4"/>
                <a:stretch>
                  <a:fillRect l="-352" t="-86957" b="-1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668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72A5D8C0-A177-B2B4-DF27-080C71841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1A65C266-C5E7-9FAA-245A-441C31E2E9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9024" y="632536"/>
            <a:ext cx="9206846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4000"/>
              <a:buFont typeface="Arial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VQE Example Result</a:t>
            </a:r>
            <a:endParaRPr lang="en-US"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6108D771-119D-32E7-31C0-DA9667F5EA01}"/>
              </a:ext>
            </a:extLst>
          </p:cNvPr>
          <p:cNvSpPr txBox="1"/>
          <p:nvPr/>
        </p:nvSpPr>
        <p:spPr>
          <a:xfrm>
            <a:off x="0" y="0"/>
            <a:ext cx="401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F8AA04E7-7248-987C-35C9-312F72248C5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22E6720F-3E56-11E0-31AA-2B9EA0F8CE8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77E600-56D3-B8A3-4B39-3E9E70D9DA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71" t="6341" r="9556" b="1834"/>
          <a:stretch>
            <a:fillRect/>
          </a:stretch>
        </p:blipFill>
        <p:spPr>
          <a:xfrm>
            <a:off x="2987931" y="1452436"/>
            <a:ext cx="6216137" cy="469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06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E3CF63A9-0EA6-0B11-9182-619B81EAA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>
            <a:extLst>
              <a:ext uri="{FF2B5EF4-FFF2-40B4-BE49-F238E27FC236}">
                <a16:creationId xmlns:a16="http://schemas.microsoft.com/office/drawing/2014/main" id="{BEF6192B-EFBF-CDDC-ED95-CD0844290C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09024" y="1452436"/>
            <a:ext cx="11003748" cy="477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44500" indent="-342900">
              <a:spcBef>
                <a:spcPts val="1500"/>
              </a:spcBef>
              <a:spcAft>
                <a:spcPts val="1500"/>
              </a:spcAft>
            </a:pPr>
            <a:r>
              <a:rPr lang="en-US" dirty="0">
                <a:solidFill>
                  <a:srgbClr val="C00000"/>
                </a:solidFill>
                <a:ea typeface="Cambria Math" panose="02040503050406030204" pitchFamily="18" charset="0"/>
              </a:rPr>
              <a:t>Did my example work? No, not really. Was this user error? Probably.</a:t>
            </a:r>
          </a:p>
          <a:p>
            <a:pPr marL="444500" indent="-342900">
              <a:spcAft>
                <a:spcPts val="500"/>
              </a:spcAft>
            </a:pPr>
            <a:r>
              <a:rPr lang="en-US" dirty="0">
                <a:ea typeface="Cambria Math" panose="02040503050406030204" pitchFamily="18" charset="0"/>
              </a:rPr>
              <a:t>Challenges with VQE:</a:t>
            </a:r>
          </a:p>
          <a:p>
            <a:pPr marL="1016000" lvl="1" indent="-457200">
              <a:spcBef>
                <a:spcPts val="0"/>
              </a:spcBef>
              <a:spcAft>
                <a:spcPts val="500"/>
              </a:spcAft>
              <a:buFont typeface="+mj-lt"/>
              <a:buAutoNum type="arabicPeriod"/>
            </a:pPr>
            <a:r>
              <a:rPr lang="en-US" dirty="0">
                <a:ea typeface="Cambria Math" panose="02040503050406030204" pitchFamily="18" charset="0"/>
              </a:rPr>
              <a:t>Initial guess in parameters</a:t>
            </a:r>
          </a:p>
          <a:p>
            <a:pPr marL="1016000" lvl="1" indent="-457200">
              <a:spcBef>
                <a:spcPts val="0"/>
              </a:spcBef>
              <a:spcAft>
                <a:spcPts val="500"/>
              </a:spcAft>
              <a:buFont typeface="+mj-lt"/>
              <a:buAutoNum type="arabicPeriod"/>
            </a:pPr>
            <a:r>
              <a:rPr lang="en-US" dirty="0">
                <a:ea typeface="Cambria Math" panose="02040503050406030204" pitchFamily="18" charset="0"/>
              </a:rPr>
              <a:t>Choice in optimizer, number of iterations, and step size in energy landscape</a:t>
            </a:r>
          </a:p>
          <a:p>
            <a:pPr marL="1016000" lvl="1" indent="-457200">
              <a:spcBef>
                <a:spcPts val="0"/>
              </a:spcBef>
              <a:spcAft>
                <a:spcPts val="500"/>
              </a:spcAft>
              <a:buFont typeface="+mj-lt"/>
              <a:buAutoNum type="arabicPeriod"/>
            </a:pPr>
            <a:r>
              <a:rPr lang="en-US" dirty="0">
                <a:ea typeface="Cambria Math" panose="02040503050406030204" pitchFamily="18" charset="0"/>
              </a:rPr>
              <a:t>”Barren plateaus” in the energy landscape</a:t>
            </a:r>
          </a:p>
          <a:p>
            <a:pPr marL="1016000" lvl="1" indent="-457200">
              <a:spcBef>
                <a:spcPts val="0"/>
              </a:spcBef>
              <a:spcAft>
                <a:spcPts val="1500"/>
              </a:spcAft>
              <a:buFont typeface="+mj-lt"/>
              <a:buAutoNum type="arabicPeriod"/>
            </a:pPr>
            <a:r>
              <a:rPr lang="en-US" dirty="0">
                <a:ea typeface="Cambria Math" panose="02040503050406030204" pitchFamily="18" charset="0"/>
              </a:rPr>
              <a:t>Noise from quantum tomfoolery! </a:t>
            </a:r>
            <a:r>
              <a:rPr lang="en-US" sz="1400" dirty="0">
                <a:ea typeface="Cambria Math" panose="02040503050406030204" pitchFamily="18" charset="0"/>
              </a:rPr>
              <a:t>(None in this example.)</a:t>
            </a:r>
          </a:p>
          <a:p>
            <a:pPr marL="558800" indent="-457200">
              <a:spcAft>
                <a:spcPts val="500"/>
              </a:spcAft>
            </a:pPr>
            <a:r>
              <a:rPr lang="en-US" dirty="0">
                <a:ea typeface="Cambria Math" panose="02040503050406030204" pitchFamily="18" charset="0"/>
              </a:rPr>
              <a:t>In the real world:</a:t>
            </a:r>
          </a:p>
          <a:p>
            <a:pPr marL="1016000" lvl="1" indent="-457200">
              <a:spcBef>
                <a:spcPts val="0"/>
              </a:spcBef>
              <a:spcAft>
                <a:spcPts val="500"/>
              </a:spcAft>
              <a:buFont typeface="+mj-lt"/>
              <a:buAutoNum type="arabicPeriod"/>
            </a:pPr>
            <a:r>
              <a:rPr lang="en-US" dirty="0">
                <a:ea typeface="Cambria Math" panose="02040503050406030204" pitchFamily="18" charset="0"/>
              </a:rPr>
              <a:t>There are many ”different” VQEs:</a:t>
            </a:r>
          </a:p>
          <a:p>
            <a:pPr marL="1473200" lvl="2" indent="-457200">
              <a:spcBef>
                <a:spcPts val="0"/>
              </a:spcBef>
              <a:spcAft>
                <a:spcPts val="500"/>
              </a:spcAft>
              <a:buFont typeface="+mj-lt"/>
              <a:buAutoNum type="alphaLcParenR"/>
            </a:pPr>
            <a:r>
              <a:rPr lang="en-US" sz="1600" dirty="0">
                <a:ea typeface="Cambria Math" panose="02040503050406030204" pitchFamily="18" charset="0"/>
              </a:rPr>
              <a:t>VQE for not just the ground state</a:t>
            </a:r>
          </a:p>
          <a:p>
            <a:pPr marL="1473200" lvl="2" indent="-457200">
              <a:spcBef>
                <a:spcPts val="0"/>
              </a:spcBef>
              <a:spcAft>
                <a:spcPts val="500"/>
              </a:spcAft>
              <a:buFont typeface="+mj-lt"/>
              <a:buAutoNum type="alphaLcParenR"/>
            </a:pPr>
            <a:r>
              <a:rPr lang="en-US" sz="1600" dirty="0">
                <a:ea typeface="Cambria Math" panose="02040503050406030204" pitchFamily="18" charset="0"/>
              </a:rPr>
              <a:t>Adaptive VQE</a:t>
            </a:r>
          </a:p>
          <a:p>
            <a:pPr marL="1473200" lvl="2" indent="-457200">
              <a:spcBef>
                <a:spcPts val="0"/>
              </a:spcBef>
              <a:spcAft>
                <a:spcPts val="500"/>
              </a:spcAft>
              <a:buFont typeface="+mj-lt"/>
              <a:buAutoNum type="alphaLcParenR"/>
            </a:pPr>
            <a:r>
              <a:rPr lang="en-US" sz="1600" dirty="0">
                <a:ea typeface="Cambria Math" panose="02040503050406030204" pitchFamily="18" charset="0"/>
              </a:rPr>
              <a:t>And many more…</a:t>
            </a:r>
          </a:p>
        </p:txBody>
      </p:sp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F1A17D9C-BA8F-2155-3557-257E2B201C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9024" y="632536"/>
            <a:ext cx="8356241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4000"/>
              <a:buFont typeface="Arial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VQE Example … What Happened?</a:t>
            </a: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7F2AD7FB-211E-6DD2-C113-3047910A65E0}"/>
              </a:ext>
            </a:extLst>
          </p:cNvPr>
          <p:cNvSpPr txBox="1"/>
          <p:nvPr/>
        </p:nvSpPr>
        <p:spPr>
          <a:xfrm>
            <a:off x="0" y="0"/>
            <a:ext cx="401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11</a:t>
            </a:r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1BEF103E-C939-DA07-4E44-A6ADC154701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A2334737-8D39-97CB-0422-936F81BC829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08294B-A1AE-F40B-9086-F122054AEF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71" t="6341" r="9556" b="1834"/>
          <a:stretch>
            <a:fillRect/>
          </a:stretch>
        </p:blipFill>
        <p:spPr>
          <a:xfrm>
            <a:off x="9856382" y="29685"/>
            <a:ext cx="2250558" cy="169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798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18E8CA9-C197-7574-E931-9494B012F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1D9F1ACE-002B-79AD-66F4-ADB46C65A29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958100" y="1624274"/>
                <a:ext cx="5041650" cy="438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88900" lvl="0" indent="0" algn="ctr" rtl="0">
                  <a:lnSpc>
                    <a:spcPct val="115000"/>
                  </a:lnSpc>
                  <a:spcAft>
                    <a:spcPts val="2000"/>
                  </a:spcAft>
                  <a:buSzPts val="2200"/>
                  <a:buNone/>
                </a:pPr>
                <a:r>
                  <a:rPr lang="en-US" sz="2800" b="1" dirty="0"/>
                  <a:t>Advantages</a:t>
                </a:r>
              </a:p>
              <a:p>
                <a:pPr lvl="0" rtl="0">
                  <a:lnSpc>
                    <a:spcPct val="115000"/>
                  </a:lnSpc>
                  <a:spcAft>
                    <a:spcPts val="500"/>
                  </a:spcAft>
                  <a:buSzPts val="2200"/>
                  <a:buFont typeface="Wingdings" pitchFamily="2" charset="2"/>
                  <a:buChar char="v"/>
                </a:pPr>
                <a:r>
                  <a:rPr lang="en-US" sz="1800" dirty="0"/>
                  <a:t>Better time and space scaling, making </a:t>
                </a:r>
                <a:r>
                  <a:rPr lang="en-US" sz="1800" b="1" dirty="0"/>
                  <a:t>very</a:t>
                </a:r>
                <a:r>
                  <a:rPr lang="en-US" sz="1800" dirty="0"/>
                  <a:t> large matrices feasible!</a:t>
                </a:r>
              </a:p>
              <a:p>
                <a:pPr lvl="1">
                  <a:spcBef>
                    <a:spcPts val="0"/>
                  </a:spcBef>
                  <a:spcAft>
                    <a:spcPts val="1500"/>
                  </a:spcAft>
                  <a:buSzPts val="2200"/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16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</a:rPr>
                  <a:t> space complexity</a:t>
                </a:r>
              </a:p>
              <a:p>
                <a:pPr marL="558800" lvl="1" indent="0">
                  <a:spcBef>
                    <a:spcPts val="0"/>
                  </a:spcBef>
                  <a:spcAft>
                    <a:spcPts val="1500"/>
                  </a:spcAft>
                  <a:buSzPts val="2200"/>
                  <a:buNone/>
                </a:pPr>
                <a:endParaRPr lang="en-US" sz="800" dirty="0"/>
              </a:p>
              <a:p>
                <a:pPr lvl="0" rtl="0">
                  <a:lnSpc>
                    <a:spcPct val="115000"/>
                  </a:lnSpc>
                  <a:spcAft>
                    <a:spcPts val="500"/>
                  </a:spcAft>
                  <a:buSzPts val="2200"/>
                  <a:buFont typeface="Wingdings" pitchFamily="2" charset="2"/>
                  <a:buChar char="v"/>
                </a:pPr>
                <a:r>
                  <a:rPr lang="en-US" sz="1800" dirty="0"/>
                  <a:t>Since most current problems have at least some information known about them, one can likely make a reasonable guess</a:t>
                </a:r>
              </a:p>
              <a:p>
                <a:pPr lvl="0" rtl="0">
                  <a:lnSpc>
                    <a:spcPct val="115000"/>
                  </a:lnSpc>
                  <a:spcAft>
                    <a:spcPts val="500"/>
                  </a:spcAft>
                  <a:buSzPts val="2200"/>
                  <a:buFont typeface="Wingdings" pitchFamily="2" charset="2"/>
                  <a:buChar char="v"/>
                </a:pPr>
                <a:endParaRPr lang="en-US" sz="1800" dirty="0"/>
              </a:p>
            </p:txBody>
          </p:sp>
        </mc:Choice>
        <mc:Fallback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1D9F1ACE-002B-79AD-66F4-ADB46C65A29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58100" y="1624274"/>
                <a:ext cx="5041650" cy="4388400"/>
              </a:xfrm>
              <a:prstGeom prst="rect">
                <a:avLst/>
              </a:prstGeom>
              <a:blipFill>
                <a:blip r:embed="rId3"/>
                <a:stretch>
                  <a:fillRect t="-8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166FD78E-0A2E-B5C4-6F14-01CAC3FB8C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9038" y="683900"/>
            <a:ext cx="100677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lnSpc>
                <a:spcPct val="100000"/>
              </a:lnSpc>
              <a:buSzPts val="4000"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What is a Quantum Variational Eigensolver?</a:t>
            </a: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07147D92-A636-0BD4-0134-B20ECF0732E4}"/>
              </a:ext>
            </a:extLst>
          </p:cNvPr>
          <p:cNvSpPr txBox="1"/>
          <p:nvPr/>
        </p:nvSpPr>
        <p:spPr>
          <a:xfrm>
            <a:off x="0" y="0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3386BEEA-114F-F72F-5DE7-080A5FBFFF3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96656933-0620-5271-7EED-5F4F509248C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121;p2">
                <a:extLst>
                  <a:ext uri="{FF2B5EF4-FFF2-40B4-BE49-F238E27FC236}">
                    <a16:creationId xmlns:a16="http://schemas.microsoft.com/office/drawing/2014/main" id="{B33236E3-335C-F092-6123-2DC3D62723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92250" y="1624274"/>
                <a:ext cx="5041650" cy="438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83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200"/>
                  <a:buFont typeface="Arial"/>
                  <a:buChar char="•"/>
                  <a:defRPr sz="2200" b="0" i="0" u="none" strike="noStrike" cap="none">
                    <a:solidFill>
                      <a:schemeClr val="dk2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1pPr>
                <a:lvl2pPr marL="914400" marR="0" lvl="1" indent="-355600" algn="l" rtl="0">
                  <a:lnSpc>
                    <a:spcPct val="115000"/>
                  </a:lnSpc>
                  <a:spcBef>
                    <a:spcPts val="1500"/>
                  </a:spcBef>
                  <a:spcAft>
                    <a:spcPts val="0"/>
                  </a:spcAft>
                  <a:buClr>
                    <a:srgbClr val="006649"/>
                  </a:buClr>
                  <a:buSzPts val="2000"/>
                  <a:buFont typeface="Arial"/>
                  <a:buChar char="•"/>
                  <a:defRPr sz="2000" b="0" i="0" u="none" strike="noStrike" cap="none">
                    <a:solidFill>
                      <a:srgbClr val="006649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2pPr>
                <a:lvl3pPr marL="1371600" marR="0" lvl="2" indent="-342900" algn="l" rtl="0">
                  <a:lnSpc>
                    <a:spcPct val="115000"/>
                  </a:lnSpc>
                  <a:spcBef>
                    <a:spcPts val="1500"/>
                  </a:spcBef>
                  <a:spcAft>
                    <a:spcPts val="0"/>
                  </a:spcAft>
                  <a:buClr>
                    <a:srgbClr val="006649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rgbClr val="006649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3pPr>
                <a:lvl4pPr marL="1828800" marR="0" lvl="3" indent="-330200" algn="l" rtl="0">
                  <a:lnSpc>
                    <a:spcPct val="115000"/>
                  </a:lnSpc>
                  <a:spcBef>
                    <a:spcPts val="1500"/>
                  </a:spcBef>
                  <a:spcAft>
                    <a:spcPts val="0"/>
                  </a:spcAft>
                  <a:buClr>
                    <a:srgbClr val="006649"/>
                  </a:buClr>
                  <a:buSzPts val="1600"/>
                  <a:buFont typeface="Arial"/>
                  <a:buChar char="•"/>
                  <a:defRPr sz="1600" b="0" i="0" u="none" strike="noStrike" cap="none">
                    <a:solidFill>
                      <a:srgbClr val="006649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4pPr>
                <a:lvl5pPr marL="2286000" marR="0" lvl="4" indent="-330200" algn="l" rtl="0">
                  <a:lnSpc>
                    <a:spcPct val="115000"/>
                  </a:lnSpc>
                  <a:spcBef>
                    <a:spcPts val="1500"/>
                  </a:spcBef>
                  <a:spcAft>
                    <a:spcPts val="0"/>
                  </a:spcAft>
                  <a:buClr>
                    <a:srgbClr val="006649"/>
                  </a:buClr>
                  <a:buSzPts val="1600"/>
                  <a:buFont typeface="Arial"/>
                  <a:buChar char="•"/>
                  <a:defRPr sz="1600" b="0" i="0" u="none" strike="noStrike" cap="none">
                    <a:solidFill>
                      <a:srgbClr val="006649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5pPr>
                <a:lvl6pPr marL="2743200" marR="0" lvl="5" indent="-330200" algn="l" rtl="0">
                  <a:lnSpc>
                    <a:spcPct val="115000"/>
                  </a:lnSpc>
                  <a:spcBef>
                    <a:spcPts val="1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Char char="•"/>
                  <a:defRPr sz="1600" b="0" i="0" u="none" strike="noStrike" cap="none">
                    <a:solidFill>
                      <a:schemeClr val="dk1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6pPr>
                <a:lvl7pPr marL="3200400" marR="0" lvl="6" indent="-330200" algn="l" rtl="0">
                  <a:lnSpc>
                    <a:spcPct val="115000"/>
                  </a:lnSpc>
                  <a:spcBef>
                    <a:spcPts val="1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Char char="•"/>
                  <a:defRPr sz="1600" b="0" i="0" u="none" strike="noStrike" cap="none">
                    <a:solidFill>
                      <a:schemeClr val="dk1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7pPr>
                <a:lvl8pPr marL="3657600" marR="0" lvl="7" indent="-330200" algn="l" rtl="0">
                  <a:lnSpc>
                    <a:spcPct val="115000"/>
                  </a:lnSpc>
                  <a:spcBef>
                    <a:spcPts val="1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Char char="•"/>
                  <a:defRPr sz="1600" b="0" i="0" u="none" strike="noStrike" cap="none">
                    <a:solidFill>
                      <a:schemeClr val="dk1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8pPr>
                <a:lvl9pPr marL="4114800" marR="0" lvl="8" indent="-330200" algn="l" rtl="0">
                  <a:lnSpc>
                    <a:spcPct val="115000"/>
                  </a:lnSpc>
                  <a:spcBef>
                    <a:spcPts val="1500"/>
                  </a:spcBef>
                  <a:spcAft>
                    <a:spcPts val="1500"/>
                  </a:spcAft>
                  <a:buClr>
                    <a:schemeClr val="dk1"/>
                  </a:buClr>
                  <a:buSzPts val="1600"/>
                  <a:buFont typeface="Arial"/>
                  <a:buChar char="•"/>
                  <a:defRPr sz="1600" b="0" i="0" u="none" strike="noStrike" cap="none">
                    <a:solidFill>
                      <a:schemeClr val="dk1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9pPr>
              </a:lstStyle>
              <a:p>
                <a:pPr marL="88900" indent="0" algn="ctr">
                  <a:spcAft>
                    <a:spcPts val="2000"/>
                  </a:spcAft>
                  <a:buNone/>
                </a:pPr>
                <a:r>
                  <a:rPr lang="en-US" sz="2800" b="1" dirty="0"/>
                  <a:t>Disadvantages</a:t>
                </a:r>
              </a:p>
              <a:p>
                <a:pPr>
                  <a:spcAft>
                    <a:spcPts val="1500"/>
                  </a:spcAft>
                  <a:buFont typeface="Wingdings" pitchFamily="2" charset="2"/>
                  <a:buChar char="v"/>
                </a:pPr>
                <a:r>
                  <a:rPr lang="en-US" sz="1800" dirty="0"/>
                  <a:t>You need a “good” initial guess, and need ”enough” iterations for convergence</a:t>
                </a:r>
              </a:p>
              <a:p>
                <a:pPr>
                  <a:spcAft>
                    <a:spcPts val="500"/>
                  </a:spcAft>
                  <a:buFont typeface="Wingdings" pitchFamily="2" charset="2"/>
                  <a:buChar char="v"/>
                </a:pPr>
                <a:r>
                  <a:rPr lang="en-US" sz="1800" dirty="0"/>
                  <a:t>Matrix must be expressed as a sum of Pauli matrices: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dirty="0"/>
              </a:p>
              <a:p>
                <a:pPr>
                  <a:spcAft>
                    <a:spcPts val="500"/>
                  </a:spcAft>
                  <a:buFont typeface="Wingdings" pitchFamily="2" charset="2"/>
                  <a:buChar char="v"/>
                </a:pPr>
                <a:endParaRPr lang="en-US" sz="2800" dirty="0"/>
              </a:p>
              <a:p>
                <a:pPr>
                  <a:spcAft>
                    <a:spcPts val="500"/>
                  </a:spcAft>
                  <a:buFont typeface="Wingdings" pitchFamily="2" charset="2"/>
                  <a:buChar char="v"/>
                </a:pPr>
                <a:r>
                  <a:rPr lang="en-US" sz="1800" dirty="0"/>
                  <a:t>All the usual stuff with quantum computers</a:t>
                </a:r>
              </a:p>
              <a:p>
                <a:pPr lvl="1">
                  <a:spcBef>
                    <a:spcPts val="0"/>
                  </a:spcBef>
                  <a:spcAft>
                    <a:spcPts val="500"/>
                  </a:spcAft>
                  <a:buFont typeface="Wingdings" pitchFamily="2" charset="2"/>
                  <a:buChar char="§"/>
                </a:pPr>
                <a:r>
                  <a:rPr lang="en-US" sz="1400" i="1" dirty="0"/>
                  <a:t>…and</a:t>
                </a:r>
                <a:r>
                  <a:rPr lang="en-US" sz="1400" dirty="0"/>
                  <a:t> you need a classical computer and quantum computer to talk to each other!</a:t>
                </a:r>
              </a:p>
              <a:p>
                <a:pPr>
                  <a:spcAft>
                    <a:spcPts val="500"/>
                  </a:spcAft>
                  <a:buFont typeface="Wingdings" pitchFamily="2" charset="2"/>
                  <a:buChar char="v"/>
                </a:pPr>
                <a:r>
                  <a:rPr lang="en-US" sz="1800" dirty="0"/>
                  <a:t>All the usual stuff for optimizers</a:t>
                </a:r>
              </a:p>
            </p:txBody>
          </p:sp>
        </mc:Choice>
        <mc:Fallback>
          <p:sp>
            <p:nvSpPr>
              <p:cNvPr id="2" name="Google Shape;121;p2">
                <a:extLst>
                  <a:ext uri="{FF2B5EF4-FFF2-40B4-BE49-F238E27FC236}">
                    <a16:creationId xmlns:a16="http://schemas.microsoft.com/office/drawing/2014/main" id="{B33236E3-335C-F092-6123-2DC3D6272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2250" y="1624274"/>
                <a:ext cx="5041650" cy="4388400"/>
              </a:xfrm>
              <a:prstGeom prst="rect">
                <a:avLst/>
              </a:prstGeom>
              <a:blipFill>
                <a:blip r:embed="rId4"/>
                <a:stretch>
                  <a:fillRect t="-865" r="-5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343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60DDA048-C3FC-7727-2A24-60122394C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>
            <a:extLst>
              <a:ext uri="{FF2B5EF4-FFF2-40B4-BE49-F238E27FC236}">
                <a16:creationId xmlns:a16="http://schemas.microsoft.com/office/drawing/2014/main" id="{40A8D1D3-FB64-A4F7-9B05-0E465E0385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5963" y="1259174"/>
            <a:ext cx="10077000" cy="5097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 rtl="0">
              <a:lnSpc>
                <a:spcPct val="115000"/>
              </a:lnSpc>
              <a:spcAft>
                <a:spcPts val="1500"/>
              </a:spcAft>
              <a:buSzPts val="2200"/>
              <a:buFont typeface="Arial" panose="020B0604020202020204" pitchFamily="34" charset="0"/>
              <a:buChar char="•"/>
            </a:pPr>
            <a:r>
              <a:rPr lang="en-US" dirty="0"/>
              <a:t>Short answer: not very</a:t>
            </a:r>
          </a:p>
          <a:p>
            <a:pPr lvl="0" algn="l" rtl="0">
              <a:lnSpc>
                <a:spcPct val="115000"/>
              </a:lnSpc>
              <a:spcAft>
                <a:spcPts val="500"/>
              </a:spcAft>
              <a:buSzPts val="2200"/>
              <a:buFont typeface="Arial" panose="020B0604020202020204" pitchFamily="34" charset="0"/>
              <a:buChar char="•"/>
            </a:pPr>
            <a:r>
              <a:rPr lang="en-US" dirty="0"/>
              <a:t>Longer answer: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buSzPts val="2200"/>
              <a:buFont typeface="Arial" panose="020B0604020202020204" pitchFamily="34" charset="0"/>
              <a:buChar char="•"/>
            </a:pPr>
            <a:r>
              <a:rPr lang="en-US" dirty="0"/>
              <a:t>VQE allows for very large Hamiltonians to be considered, where classical Eigensolvers would no longer be feasible</a:t>
            </a:r>
          </a:p>
          <a:p>
            <a:pPr lvl="1">
              <a:spcBef>
                <a:spcPts val="0"/>
              </a:spcBef>
              <a:buSzPts val="2200"/>
              <a:buFont typeface="Arial" panose="020B0604020202020204" pitchFamily="34" charset="0"/>
              <a:buChar char="•"/>
            </a:pPr>
            <a:r>
              <a:rPr lang="en-US" dirty="0"/>
              <a:t>Need the quantum hardware for this to be done:</a:t>
            </a:r>
          </a:p>
          <a:p>
            <a:pPr lvl="2">
              <a:spcBef>
                <a:spcPts val="0"/>
              </a:spcBef>
              <a:spcAft>
                <a:spcPts val="500"/>
              </a:spcAft>
              <a:buSzPts val="2200"/>
              <a:buFont typeface="Arial" panose="020B0604020202020204" pitchFamily="34" charset="0"/>
              <a:buChar char="•"/>
            </a:pPr>
            <a:r>
              <a:rPr lang="en-US" dirty="0"/>
              <a:t>In principle, this can be done classically, but won’t benefit from space complexity scaling. So, very large matrices cannot be considered</a:t>
            </a:r>
          </a:p>
          <a:p>
            <a:pPr lvl="1">
              <a:spcBef>
                <a:spcPts val="0"/>
              </a:spcBef>
              <a:buSzPts val="2200"/>
              <a:buFont typeface="Arial" panose="020B0604020202020204" pitchFamily="34" charset="0"/>
              <a:buChar char="•"/>
            </a:pPr>
            <a:r>
              <a:rPr lang="en-US" dirty="0"/>
              <a:t>Issues with noise in quantum systems:</a:t>
            </a:r>
          </a:p>
          <a:p>
            <a:pPr lvl="2">
              <a:spcBef>
                <a:spcPts val="0"/>
              </a:spcBef>
              <a:spcAft>
                <a:spcPts val="500"/>
              </a:spcAft>
              <a:buSzPts val="2200"/>
              <a:buFont typeface="Arial" panose="020B0604020202020204" pitchFamily="34" charset="0"/>
              <a:buChar char="•"/>
            </a:pPr>
            <a:r>
              <a:rPr lang="en-US" dirty="0"/>
              <a:t>Requires fault tolerant qubits and, in particular, </a:t>
            </a:r>
            <a:r>
              <a:rPr lang="en-US" b="1" dirty="0"/>
              <a:t>fault tolerant gates</a:t>
            </a:r>
          </a:p>
        </p:txBody>
      </p:sp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24F3AB17-B521-6164-3A0A-E4A338F2D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9037" y="683900"/>
            <a:ext cx="10289147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How close are we to “Quantum Advantage”?</a:t>
            </a:r>
            <a:endParaRPr lang="en-US" dirty="0"/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835E1A99-A89F-5C37-17FA-BA5BB2EEB7BE}"/>
              </a:ext>
            </a:extLst>
          </p:cNvPr>
          <p:cNvSpPr txBox="1"/>
          <p:nvPr/>
        </p:nvSpPr>
        <p:spPr>
          <a:xfrm>
            <a:off x="0" y="0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C6FA75DC-814A-0F27-6395-875C3AC0CC7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A57E45FA-7A72-D767-1A92-5C942D81ECF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5D2935-F256-4ABF-AD15-2A62C28B1C48}"/>
              </a:ext>
            </a:extLst>
          </p:cNvPr>
          <p:cNvSpPr txBox="1"/>
          <p:nvPr/>
        </p:nvSpPr>
        <p:spPr>
          <a:xfrm>
            <a:off x="-1537" y="5160350"/>
            <a:ext cx="12192000" cy="836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marR="0" lvl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006648"/>
              </a:buClr>
              <a:buSzPts val="2200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roxima Nova"/>
                <a:sym typeface="Proxima Nova"/>
              </a:rPr>
              <a:t>Since VQE has particular applications with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roxima Nova"/>
                <a:sym typeface="Proxima Nova"/>
              </a:rPr>
              <a:t>very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roxima Nova"/>
                <a:sym typeface="Proxima Nova"/>
              </a:rPr>
              <a:t> large matrices, its ”quantum advantage” requires considerable scaling in quantum hardware (on top of its previously mentioned disadvantages).</a:t>
            </a:r>
          </a:p>
        </p:txBody>
      </p:sp>
    </p:spTree>
    <p:extLst>
      <p:ext uri="{BB962C8B-B14F-4D97-AF65-F5344CB8AC3E}">
        <p14:creationId xmlns:p14="http://schemas.microsoft.com/office/powerpoint/2010/main" val="2605604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02647EC-828E-E24C-89E8-DE361C3E0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>
            <a:extLst>
              <a:ext uri="{FF2B5EF4-FFF2-40B4-BE49-F238E27FC236}">
                <a16:creationId xmlns:a16="http://schemas.microsoft.com/office/drawing/2014/main" id="{939A3A18-E721-E380-A9C0-ED7B36CA08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4350" y="1624274"/>
            <a:ext cx="10077000" cy="4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8900" lvl="0" indent="0">
              <a:spcAft>
                <a:spcPts val="500"/>
              </a:spcAft>
              <a:buNone/>
            </a:pPr>
            <a:r>
              <a:rPr lang="en-US" sz="1200" dirty="0"/>
              <a:t>[1] https://</a:t>
            </a:r>
            <a:r>
              <a:rPr lang="en-US" sz="1200" dirty="0" err="1"/>
              <a:t>blogs.mathworks.com</a:t>
            </a:r>
            <a:r>
              <a:rPr lang="en-US" sz="1200" dirty="0"/>
              <a:t>/</a:t>
            </a:r>
            <a:r>
              <a:rPr lang="en-US" sz="1200" dirty="0" err="1"/>
              <a:t>cleve</a:t>
            </a:r>
            <a:r>
              <a:rPr lang="en-US" sz="1200" dirty="0"/>
              <a:t>/2019/08/05/the-</a:t>
            </a:r>
            <a:r>
              <a:rPr lang="en-US" sz="1200" dirty="0" err="1"/>
              <a:t>qr</a:t>
            </a:r>
            <a:r>
              <a:rPr lang="en-US" sz="1200" dirty="0"/>
              <a:t>-algorithm-computes-eigenvalues-and-singular-values/</a:t>
            </a:r>
          </a:p>
          <a:p>
            <a:pPr marL="88900" lvl="0" indent="0">
              <a:spcAft>
                <a:spcPts val="500"/>
              </a:spcAft>
              <a:buNone/>
            </a:pPr>
            <a:r>
              <a:rPr lang="en-US" sz="1200" dirty="0"/>
              <a:t>[2] https://</a:t>
            </a:r>
            <a:r>
              <a:rPr lang="en-US" sz="1200" dirty="0" err="1"/>
              <a:t>phys.au.dk</a:t>
            </a:r>
            <a:r>
              <a:rPr lang="en-US" sz="1200" dirty="0"/>
              <a:t>/~</a:t>
            </a:r>
            <a:r>
              <a:rPr lang="en-US" sz="1200" dirty="0" err="1"/>
              <a:t>fedorov</a:t>
            </a:r>
            <a:r>
              <a:rPr lang="en-US" sz="1200" dirty="0"/>
              <a:t>/Numeric/13/</a:t>
            </a:r>
            <a:r>
              <a:rPr lang="en-US" sz="1200" dirty="0" err="1"/>
              <a:t>krylov.pdf</a:t>
            </a:r>
            <a:endParaRPr lang="en-US" sz="1200" dirty="0"/>
          </a:p>
          <a:p>
            <a:pPr marL="88900" indent="0">
              <a:spcAft>
                <a:spcPts val="500"/>
              </a:spcAft>
              <a:buNone/>
            </a:pPr>
            <a:r>
              <a:rPr lang="en-US" sz="1200" dirty="0"/>
              <a:t>[3] Zhao, </a:t>
            </a:r>
            <a:r>
              <a:rPr lang="en-US" sz="1200" dirty="0" err="1"/>
              <a:t>Runsheng</a:t>
            </a:r>
            <a:r>
              <a:rPr lang="en-US" sz="1200" dirty="0"/>
              <a:t> &amp; Cheng, Tao &amp; Wang, Rui &amp; Fan, </a:t>
            </a:r>
            <a:r>
              <a:rPr lang="en-US" sz="1200" dirty="0" err="1"/>
              <a:t>Xingkui</a:t>
            </a:r>
            <a:r>
              <a:rPr lang="en-US" sz="1200" dirty="0"/>
              <a:t> &amp; Ma, </a:t>
            </a:r>
            <a:r>
              <a:rPr lang="en-US" sz="1200" dirty="0" err="1"/>
              <a:t>Hongyang</a:t>
            </a:r>
            <a:r>
              <a:rPr lang="en-US" sz="1200" dirty="0"/>
              <a:t>. (2024). Artificial intelligence warm-start approach: optimizing the generalization capability of QAOA in complex energy landscapes. New Journal of Physics. 26. 10.1088/1367-2630/ad4629. </a:t>
            </a:r>
          </a:p>
          <a:p>
            <a:pPr marL="88900" indent="0">
              <a:spcAft>
                <a:spcPts val="500"/>
              </a:spcAft>
              <a:buNone/>
            </a:pPr>
            <a:r>
              <a:rPr lang="en-US" sz="1200" dirty="0"/>
              <a:t>[4] Shkolnikov, Vlad O., et al. "Avoiding symmetry roadblocks and minimizing the measurement overhead of adaptive variational quantum </a:t>
            </a:r>
            <a:r>
              <a:rPr lang="en-US" sz="1200" dirty="0" err="1"/>
              <a:t>eigensolvers</a:t>
            </a:r>
            <a:r>
              <a:rPr lang="en-US" sz="1200" dirty="0"/>
              <a:t>." Quantum 7 (2023): 1040.</a:t>
            </a:r>
          </a:p>
          <a:p>
            <a:pPr marL="88900" lvl="0" indent="0">
              <a:spcAft>
                <a:spcPts val="500"/>
              </a:spcAft>
              <a:buNone/>
            </a:pPr>
            <a:r>
              <a:rPr lang="en-US" sz="1200" dirty="0"/>
              <a:t>[5] Jules Tilly, Hongxiang Chen, Shuxiang Cao, Dario Picozzi, Kanav Setia, Ying Li, Edward Grant, Leonard Wossnig, Ivan Rungger, George H. Booth, Jonathan </a:t>
            </a:r>
            <a:r>
              <a:rPr lang="en-US" sz="1200" dirty="0" err="1"/>
              <a:t>Tennyson,The</a:t>
            </a:r>
            <a:r>
              <a:rPr lang="en-US" sz="1200" dirty="0"/>
              <a:t> Variational Quantum Eigensolver: A review of methods and best </a:t>
            </a:r>
            <a:r>
              <a:rPr lang="en-US" sz="1200" dirty="0" err="1"/>
              <a:t>practices,Physics</a:t>
            </a:r>
            <a:r>
              <a:rPr lang="en-US" sz="1200" dirty="0"/>
              <a:t> </a:t>
            </a:r>
            <a:r>
              <a:rPr lang="en-US" sz="1200" dirty="0" err="1"/>
              <a:t>Reports,Volume</a:t>
            </a:r>
            <a:r>
              <a:rPr lang="en-US" sz="1200" dirty="0"/>
              <a:t> 986, 2022</a:t>
            </a:r>
          </a:p>
          <a:p>
            <a:pPr marL="88900" lvl="0" indent="0">
              <a:spcAft>
                <a:spcPts val="500"/>
              </a:spcAft>
              <a:buNone/>
            </a:pPr>
            <a:endParaRPr lang="en-US" sz="1200" dirty="0"/>
          </a:p>
          <a:p>
            <a:pPr marL="88900" lvl="0" indent="0">
              <a:spcAft>
                <a:spcPts val="500"/>
              </a:spcAft>
              <a:buNone/>
            </a:pPr>
            <a:endParaRPr lang="en-US" sz="1200" dirty="0"/>
          </a:p>
          <a:p>
            <a:pPr marL="88900" lvl="0" indent="0">
              <a:spcAft>
                <a:spcPts val="500"/>
              </a:spcAft>
              <a:buNone/>
            </a:pPr>
            <a:endParaRPr lang="en-US" sz="1200" dirty="0"/>
          </a:p>
          <a:p>
            <a:pPr marL="88900" lvl="0" indent="0">
              <a:spcAft>
                <a:spcPts val="500"/>
              </a:spcAft>
              <a:buNone/>
            </a:pPr>
            <a:endParaRPr lang="en-US" sz="1200" dirty="0"/>
          </a:p>
        </p:txBody>
      </p:sp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4C21DA66-55E2-9FC5-5825-8C3C61D44A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9038" y="683900"/>
            <a:ext cx="100677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4000"/>
              <a:buFont typeface="Arial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References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E4CAA60C-B19B-1712-58FA-D16AD66F1BE0}"/>
              </a:ext>
            </a:extLst>
          </p:cNvPr>
          <p:cNvSpPr txBox="1"/>
          <p:nvPr/>
        </p:nvSpPr>
        <p:spPr>
          <a:xfrm>
            <a:off x="0" y="0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56B6C93C-4A71-DD59-E433-3D5B08849C0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7BB1FC42-F139-78AB-4388-FD4E3982EDD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099478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9D94D-7858-6120-25DF-8A9EA71A2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C68123-63CB-702B-8B8A-0C87F5C1AF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65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77C1CAA2-7134-7344-3219-1937D6306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E5BCB1D7-BC9D-D529-A108-64799665BF21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054350" y="1624274"/>
                <a:ext cx="10077000" cy="438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>
                  <a:spcAft>
                    <a:spcPts val="500"/>
                  </a:spcAft>
                </a:pPr>
                <a:r>
                  <a:rPr lang="en-US" dirty="0"/>
                  <a:t>For a given square matrix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,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>
                  <a:spcAft>
                    <a:spcPts val="500"/>
                  </a:spcAft>
                </a:pPr>
                <a:endParaRPr lang="en-US" dirty="0"/>
              </a:p>
              <a:p>
                <a:pPr>
                  <a:spcAft>
                    <a:spcPts val="500"/>
                  </a:spcAft>
                </a:pPr>
                <a:endParaRPr lang="en-US" dirty="0"/>
              </a:p>
              <a:p>
                <a:pPr marL="88900" indent="0">
                  <a:spcAft>
                    <a:spcPts val="500"/>
                  </a:spcAft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E5BCB1D7-BC9D-D529-A108-64799665BF2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54350" y="1624274"/>
                <a:ext cx="10077000" cy="4388400"/>
              </a:xfrm>
              <a:prstGeom prst="rect">
                <a:avLst/>
              </a:prstGeom>
              <a:blipFill>
                <a:blip r:embed="rId3"/>
                <a:stretch>
                  <a:fillRect t="-2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13F371DC-CAE2-D614-828A-7D0340C5BA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9038" y="683900"/>
            <a:ext cx="100677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4000"/>
              <a:buFont typeface="Arial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Fun fact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6D394382-F9E6-7908-96FD-9E8E8D7A0B08}"/>
              </a:ext>
            </a:extLst>
          </p:cNvPr>
          <p:cNvSpPr txBox="1"/>
          <p:nvPr/>
        </p:nvSpPr>
        <p:spPr>
          <a:xfrm>
            <a:off x="0" y="0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-1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5D4D0F56-DA25-4240-384B-13A4AC01418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7951" y="6356350"/>
            <a:ext cx="79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Russ College of Electrical Engineering and Computer Science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B9D3D073-72AB-48A8-E693-89574821559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April 23, 2026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8E6396-56B3-8885-6ED1-EBA7056A7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50" y="2379691"/>
            <a:ext cx="11873655" cy="95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73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BA3290-197E-3DBE-0DFE-0714BC6CF3F0}"/>
              </a:ext>
            </a:extLst>
          </p:cNvPr>
          <p:cNvSpPr/>
          <p:nvPr/>
        </p:nvSpPr>
        <p:spPr>
          <a:xfrm>
            <a:off x="0" y="6211229"/>
            <a:ext cx="12192000" cy="6467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E49448-5B92-78E2-AEA3-10283750A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323" y="289257"/>
            <a:ext cx="8499354" cy="6279486"/>
          </a:xfrm>
          <a:prstGeom prst="rect">
            <a:avLst/>
          </a:prstGeom>
        </p:spPr>
      </p:pic>
      <p:sp>
        <p:nvSpPr>
          <p:cNvPr id="5" name="Google Shape;123;p2">
            <a:extLst>
              <a:ext uri="{FF2B5EF4-FFF2-40B4-BE49-F238E27FC236}">
                <a16:creationId xmlns:a16="http://schemas.microsoft.com/office/drawing/2014/main" id="{DBD513FF-D36C-8588-E42D-03B66179BF5E}"/>
              </a:ext>
            </a:extLst>
          </p:cNvPr>
          <p:cNvSpPr txBox="1"/>
          <p:nvPr/>
        </p:nvSpPr>
        <p:spPr>
          <a:xfrm>
            <a:off x="0" y="0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-1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2214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B9E62-346B-2376-CDC6-75993B081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53A785-A3ED-108B-775C-C124EC9BABFB}"/>
              </a:ext>
            </a:extLst>
          </p:cNvPr>
          <p:cNvSpPr/>
          <p:nvPr/>
        </p:nvSpPr>
        <p:spPr>
          <a:xfrm>
            <a:off x="0" y="6211229"/>
            <a:ext cx="12192000" cy="6467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123;p2">
            <a:extLst>
              <a:ext uri="{FF2B5EF4-FFF2-40B4-BE49-F238E27FC236}">
                <a16:creationId xmlns:a16="http://schemas.microsoft.com/office/drawing/2014/main" id="{A73446B9-474D-B207-36FC-773C84036976}"/>
              </a:ext>
            </a:extLst>
          </p:cNvPr>
          <p:cNvSpPr txBox="1"/>
          <p:nvPr/>
        </p:nvSpPr>
        <p:spPr>
          <a:xfrm>
            <a:off x="0" y="0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-1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E35C38-2FC0-FEA5-811E-A3DE3C9D5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045" y="69111"/>
            <a:ext cx="3641910" cy="671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861613"/>
      </p:ext>
    </p:extLst>
  </p:cSld>
  <p:clrMapOvr>
    <a:masterClrMapping/>
  </p:clrMapOvr>
</p:sld>
</file>

<file path=ppt/theme/theme1.xml><?xml version="1.0" encoding="utf-8"?>
<a:theme xmlns:a="http://schemas.openxmlformats.org/drawingml/2006/main" name="Cutler Dark">
  <a:themeElements>
    <a:clrScheme name="Forever OHIO Dark">
      <a:dk1>
        <a:srgbClr val="114734"/>
      </a:dk1>
      <a:lt1>
        <a:srgbClr val="F8F6F0"/>
      </a:lt1>
      <a:dk2>
        <a:srgbClr val="006648"/>
      </a:dk2>
      <a:lt2>
        <a:srgbClr val="FFFCF4"/>
      </a:lt2>
      <a:accent1>
        <a:srgbClr val="00694D"/>
      </a:accent1>
      <a:accent2>
        <a:srgbClr val="FA4616"/>
      </a:accent2>
      <a:accent3>
        <a:srgbClr val="766E63"/>
      </a:accent3>
      <a:accent4>
        <a:srgbClr val="A98A00"/>
      </a:accent4>
      <a:accent5>
        <a:srgbClr val="B4E3D7"/>
      </a:accent5>
      <a:accent6>
        <a:srgbClr val="E6ECC2"/>
      </a:accent6>
      <a:hlink>
        <a:srgbClr val="99CE5F"/>
      </a:hlink>
      <a:folHlink>
        <a:srgbClr val="8AB9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tler Light">
  <a:themeElements>
    <a:clrScheme name="Forever OHIO Dark">
      <a:dk1>
        <a:srgbClr val="114734"/>
      </a:dk1>
      <a:lt1>
        <a:srgbClr val="F8F6F0"/>
      </a:lt1>
      <a:dk2>
        <a:srgbClr val="006648"/>
      </a:dk2>
      <a:lt2>
        <a:srgbClr val="FFFCF4"/>
      </a:lt2>
      <a:accent1>
        <a:srgbClr val="00694D"/>
      </a:accent1>
      <a:accent2>
        <a:srgbClr val="FA4616"/>
      </a:accent2>
      <a:accent3>
        <a:srgbClr val="766E63"/>
      </a:accent3>
      <a:accent4>
        <a:srgbClr val="A98A00"/>
      </a:accent4>
      <a:accent5>
        <a:srgbClr val="B4E3D7"/>
      </a:accent5>
      <a:accent6>
        <a:srgbClr val="E6ECC2"/>
      </a:accent6>
      <a:hlink>
        <a:srgbClr val="99CE5F"/>
      </a:hlink>
      <a:folHlink>
        <a:srgbClr val="8AB9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12359</TotalTime>
  <Words>1632</Words>
  <Application>Microsoft Macintosh PowerPoint</Application>
  <PresentationFormat>Widescreen</PresentationFormat>
  <Paragraphs>213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Andale Mono</vt:lpstr>
      <vt:lpstr>Arial</vt:lpstr>
      <vt:lpstr>Cambria Math</vt:lpstr>
      <vt:lpstr>Calibri</vt:lpstr>
      <vt:lpstr>Proxima Nova</vt:lpstr>
      <vt:lpstr>Wingdings</vt:lpstr>
      <vt:lpstr>Cutler Dark</vt:lpstr>
      <vt:lpstr>Cutler Light</vt:lpstr>
      <vt:lpstr>Variational Quantum Eigensolver and Near Quantum Advantage</vt:lpstr>
      <vt:lpstr>Outline</vt:lpstr>
      <vt:lpstr>How do Eigensolvers Work?</vt:lpstr>
      <vt:lpstr>Eigensolver Example</vt:lpstr>
      <vt:lpstr>Eigensolver Code Output (first 6 modes)</vt:lpstr>
      <vt:lpstr>What is a Variational Quantum Eigensolver (VQE)?</vt:lpstr>
      <vt:lpstr>What is a Variational Quantum Eigensolver?</vt:lpstr>
      <vt:lpstr>What is a Variational Quantum Eigensolver?</vt:lpstr>
      <vt:lpstr>VQE Example (kind of)</vt:lpstr>
      <vt:lpstr>VQE Example Circuit (thanks pennylane)</vt:lpstr>
      <vt:lpstr>VQE Example Result</vt:lpstr>
      <vt:lpstr>VQE Example … What Happened?</vt:lpstr>
      <vt:lpstr>What is a Quantum Variational Eigensolver?</vt:lpstr>
      <vt:lpstr>How close are we to “Quantum Advantage”?</vt:lpstr>
      <vt:lpstr>References</vt:lpstr>
      <vt:lpstr>PowerPoint Presentation</vt:lpstr>
      <vt:lpstr>Fun fact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Harden, Aaron</dc:creator>
  <cp:lastModifiedBy>Joshua M Maldonado</cp:lastModifiedBy>
  <cp:revision>42</cp:revision>
  <cp:lastPrinted>2026-04-23T14:20:39Z</cp:lastPrinted>
  <dcterms:created xsi:type="dcterms:W3CDTF">2021-05-05T16:47:15Z</dcterms:created>
  <dcterms:modified xsi:type="dcterms:W3CDTF">2026-04-23T14:46:56Z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0x01010077528302D91E1042A2787C8087A23928</vt:lpwstr>
  </property>
</Properties>
</file>